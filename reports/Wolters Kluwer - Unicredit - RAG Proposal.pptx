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75" r:id="rId4"/>
    <p:sldMasterId id="2147484182" r:id="rId5"/>
    <p:sldMasterId id="2147484150" r:id="rId6"/>
    <p:sldMasterId id="2147484154" r:id="rId7"/>
    <p:sldMasterId id="2147484234" r:id="rId8"/>
    <p:sldMasterId id="2147484239" r:id="rId9"/>
  </p:sldMasterIdLst>
  <p:notesMasterIdLst>
    <p:notesMasterId r:id="rId18"/>
  </p:notesMasterIdLst>
  <p:handoutMasterIdLst>
    <p:handoutMasterId r:id="rId19"/>
  </p:handoutMasterIdLst>
  <p:sldIdLst>
    <p:sldId id="2147481524" r:id="rId10"/>
    <p:sldId id="2147481454" r:id="rId11"/>
    <p:sldId id="2147481525" r:id="rId12"/>
    <p:sldId id="2147481552" r:id="rId13"/>
    <p:sldId id="2147481480" r:id="rId14"/>
    <p:sldId id="2147481554" r:id="rId15"/>
    <p:sldId id="2147481555" r:id="rId16"/>
    <p:sldId id="214748150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  <p15:guide id="5" orient="horz" pos="3984" userDrawn="1">
          <p15:clr>
            <a:srgbClr val="A4A3A4"/>
          </p15:clr>
        </p15:guide>
        <p15:guide id="6" orient="horz" pos="18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  <p15:guide id="8" orient="horz" pos="19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95404C-A7BE-FC70-EE89-EBE36D82CF8E}" name="Renschi Marais" initials="RM" userId="S::renschi.marais@global.ntt::befb9f5c-78bf-4e8d-a329-fcef54fe93f4" providerId="AD"/>
  <p188:author id="{C6EAA887-68B4-5E96-11E6-5DB70CE6BCF9}" name="Melissa Davidson" initials="MD" userId="S::melissa.davidson@global.ntt::90ab4fa7-413d-4469-8f01-6d10a7ee0b31" providerId="AD"/>
  <p188:author id="{50799EA2-0F81-D86B-14DA-20F47A76FAF5}" name="Henrietta Lacey-Gutsell" initials="HL" userId="70b1f3bbeff9bb74" providerId="Windows Live"/>
  <p188:author id="{553198A8-AE1E-AD66-F4A6-3FED38F96F75}" name="Ellen Hassett Cahill" initials="EH" userId="S::259272@NTTDATA.COM::f846f2b2-854b-45df-bd03-b20186d9fb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  <a:srgbClr val="050D24"/>
    <a:srgbClr val="E5E5E5"/>
    <a:srgbClr val="19A3FC"/>
    <a:srgbClr val="000000"/>
    <a:srgbClr val="FFFFFF"/>
    <a:srgbClr val="0072BC"/>
    <a:srgbClr val="009AA4"/>
    <a:srgbClr val="007076"/>
    <a:srgbClr val="2E4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E238A-D807-428B-A2A3-DC1D56CA9F96}" v="4" dt="2026-07-03T10:51:57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26" y="258"/>
      </p:cViewPr>
      <p:guideLst>
        <p:guide orient="horz" pos="1837"/>
        <p:guide pos="3840"/>
        <p:guide pos="240"/>
        <p:guide pos="7440"/>
        <p:guide orient="horz" pos="3984"/>
        <p:guide orient="horz" pos="182"/>
        <p:guide orient="horz" pos="864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MUSMANNO" userId="e5f53ad3-e5e2-4f6c-826c-f2124de6d8f0" providerId="ADAL" clId="{B7A41415-7B14-4626-A9DF-4F23A07B893D}"/>
    <pc:docChg chg="undo custSel addSld delSld modSld sldOrd modMainMaster addSection delSection modSection">
      <pc:chgData name="FRANCESCO MUSMANNO" userId="e5f53ad3-e5e2-4f6c-826c-f2124de6d8f0" providerId="ADAL" clId="{B7A41415-7B14-4626-A9DF-4F23A07B893D}" dt="2026-07-03T10:52:55.337" v="10371" actId="108"/>
      <pc:docMkLst>
        <pc:docMk/>
      </pc:docMkLst>
      <pc:sldChg chg="addSp delSp modSp add del mod ord modNotesTx">
        <pc:chgData name="FRANCESCO MUSMANNO" userId="e5f53ad3-e5e2-4f6c-826c-f2124de6d8f0" providerId="ADAL" clId="{B7A41415-7B14-4626-A9DF-4F23A07B893D}" dt="2026-07-03T10:27:45.187" v="9867" actId="2696"/>
        <pc:sldMkLst>
          <pc:docMk/>
          <pc:sldMk cId="1742793376" sldId="2147481411"/>
        </pc:sldMkLst>
      </pc:sldChg>
      <pc:sldChg chg="addSp delSp modSp add del mod modNotesTx">
        <pc:chgData name="FRANCESCO MUSMANNO" userId="e5f53ad3-e5e2-4f6c-826c-f2124de6d8f0" providerId="ADAL" clId="{B7A41415-7B14-4626-A9DF-4F23A07B893D}" dt="2026-07-03T10:27:39.287" v="9866" actId="2696"/>
        <pc:sldMkLst>
          <pc:docMk/>
          <pc:sldMk cId="732409513" sldId="2147481483"/>
        </pc:sldMkLst>
      </pc:sldChg>
      <pc:sldChg chg="del">
        <pc:chgData name="FRANCESCO MUSMANNO" userId="e5f53ad3-e5e2-4f6c-826c-f2124de6d8f0" providerId="ADAL" clId="{B7A41415-7B14-4626-A9DF-4F23A07B893D}" dt="2026-07-03T10:27:56.462" v="9868" actId="47"/>
        <pc:sldMkLst>
          <pc:docMk/>
          <pc:sldMk cId="2811721841" sldId="2147481530"/>
        </pc:sldMkLst>
      </pc:sldChg>
      <pc:sldChg chg="del">
        <pc:chgData name="FRANCESCO MUSMANNO" userId="e5f53ad3-e5e2-4f6c-826c-f2124de6d8f0" providerId="ADAL" clId="{B7A41415-7B14-4626-A9DF-4F23A07B893D}" dt="2026-07-03T10:27:56.462" v="9868" actId="47"/>
        <pc:sldMkLst>
          <pc:docMk/>
          <pc:sldMk cId="2987552232" sldId="2147481532"/>
        </pc:sldMkLst>
      </pc:sldChg>
      <pc:sldChg chg="del">
        <pc:chgData name="FRANCESCO MUSMANNO" userId="e5f53ad3-e5e2-4f6c-826c-f2124de6d8f0" providerId="ADAL" clId="{B7A41415-7B14-4626-A9DF-4F23A07B893D}" dt="2026-07-03T10:27:56.462" v="9868" actId="47"/>
        <pc:sldMkLst>
          <pc:docMk/>
          <pc:sldMk cId="1983178284" sldId="2147481535"/>
        </pc:sldMkLst>
      </pc:sldChg>
      <pc:sldChg chg="del">
        <pc:chgData name="FRANCESCO MUSMANNO" userId="e5f53ad3-e5e2-4f6c-826c-f2124de6d8f0" providerId="ADAL" clId="{B7A41415-7B14-4626-A9DF-4F23A07B893D}" dt="2026-07-03T10:27:56.462" v="9868" actId="47"/>
        <pc:sldMkLst>
          <pc:docMk/>
          <pc:sldMk cId="2248612116" sldId="2147481536"/>
        </pc:sldMkLst>
      </pc:sldChg>
      <pc:sldChg chg="addSp delSp modSp add del mod">
        <pc:chgData name="FRANCESCO MUSMANNO" userId="e5f53ad3-e5e2-4f6c-826c-f2124de6d8f0" providerId="ADAL" clId="{B7A41415-7B14-4626-A9DF-4F23A07B893D}" dt="2026-07-03T10:32:54.899" v="10054"/>
        <pc:sldMkLst>
          <pc:docMk/>
          <pc:sldMk cId="881509102" sldId="2147481539"/>
        </pc:sldMkLst>
        <pc:spChg chg="mod">
          <ac:chgData name="FRANCESCO MUSMANNO" userId="e5f53ad3-e5e2-4f6c-826c-f2124de6d8f0" providerId="ADAL" clId="{B7A41415-7B14-4626-A9DF-4F23A07B893D}" dt="2026-07-03T10:29:25.409" v="9905" actId="20577"/>
          <ac:spMkLst>
            <pc:docMk/>
            <pc:sldMk cId="881509102" sldId="2147481539"/>
            <ac:spMk id="2" creationId="{A2719D97-06B3-F9C2-F1B7-39630B410973}"/>
          </ac:spMkLst>
        </pc:spChg>
        <pc:spChg chg="mod">
          <ac:chgData name="FRANCESCO MUSMANNO" userId="e5f53ad3-e5e2-4f6c-826c-f2124de6d8f0" providerId="ADAL" clId="{B7A41415-7B14-4626-A9DF-4F23A07B893D}" dt="2026-07-03T10:29:17.953" v="9901" actId="20577"/>
          <ac:spMkLst>
            <pc:docMk/>
            <pc:sldMk cId="881509102" sldId="2147481539"/>
            <ac:spMk id="8" creationId="{D8DA9144-81BC-B4C9-3E77-E6413DF5CBDC}"/>
          </ac:spMkLst>
        </pc:spChg>
        <pc:picChg chg="add mod">
          <ac:chgData name="FRANCESCO MUSMANNO" userId="e5f53ad3-e5e2-4f6c-826c-f2124de6d8f0" providerId="ADAL" clId="{B7A41415-7B14-4626-A9DF-4F23A07B893D}" dt="2026-07-03T10:31:13.104" v="9913" actId="1076"/>
          <ac:picMkLst>
            <pc:docMk/>
            <pc:sldMk cId="881509102" sldId="2147481539"/>
            <ac:picMk id="4" creationId="{C4B1CFE2-D4C9-C34D-E817-40B3C83FBD6D}"/>
          </ac:picMkLst>
        </pc:picChg>
        <pc:picChg chg="del">
          <ac:chgData name="FRANCESCO MUSMANNO" userId="e5f53ad3-e5e2-4f6c-826c-f2124de6d8f0" providerId="ADAL" clId="{B7A41415-7B14-4626-A9DF-4F23A07B893D}" dt="2026-07-03T10:29:19.503" v="9902" actId="478"/>
          <ac:picMkLst>
            <pc:docMk/>
            <pc:sldMk cId="881509102" sldId="2147481539"/>
            <ac:picMk id="10" creationId="{BCEB8ECD-3B68-1CFA-C214-606FF4BBCEFC}"/>
          </ac:picMkLst>
        </pc:picChg>
      </pc:sldChg>
      <pc:sldChg chg="del">
        <pc:chgData name="FRANCESCO MUSMANNO" userId="e5f53ad3-e5e2-4f6c-826c-f2124de6d8f0" providerId="ADAL" clId="{B7A41415-7B14-4626-A9DF-4F23A07B893D}" dt="2026-07-03T10:27:56.462" v="9868" actId="47"/>
        <pc:sldMkLst>
          <pc:docMk/>
          <pc:sldMk cId="826693892" sldId="2147481542"/>
        </pc:sldMkLst>
      </pc:sldChg>
      <pc:sldChg chg="del modNotesTx">
        <pc:chgData name="FRANCESCO MUSMANNO" userId="e5f53ad3-e5e2-4f6c-826c-f2124de6d8f0" providerId="ADAL" clId="{B7A41415-7B14-4626-A9DF-4F23A07B893D}" dt="2026-07-03T10:38:25.419" v="10194"/>
        <pc:sldMkLst>
          <pc:docMk/>
          <pc:sldMk cId="1134386879" sldId="2147481549"/>
        </pc:sldMkLst>
      </pc:sldChg>
      <pc:sldChg chg="del">
        <pc:chgData name="FRANCESCO MUSMANNO" userId="e5f53ad3-e5e2-4f6c-826c-f2124de6d8f0" providerId="ADAL" clId="{B7A41415-7B14-4626-A9DF-4F23A07B893D}" dt="2026-07-03T10:28:42.875" v="9869" actId="2696"/>
        <pc:sldMkLst>
          <pc:docMk/>
          <pc:sldMk cId="2534717017" sldId="2147481550"/>
        </pc:sldMkLst>
      </pc:sldChg>
      <pc:sldChg chg="delSp modSp del mod modNotesTx">
        <pc:chgData name="FRANCESCO MUSMANNO" userId="e5f53ad3-e5e2-4f6c-826c-f2124de6d8f0" providerId="ADAL" clId="{B7A41415-7B14-4626-A9DF-4F23A07B893D}" dt="2026-07-03T10:50:38.550" v="10311"/>
        <pc:sldMkLst>
          <pc:docMk/>
          <pc:sldMk cId="3785875328" sldId="2147481551"/>
        </pc:sldMkLst>
        <pc:spChg chg="mod">
          <ac:chgData name="FRANCESCO MUSMANNO" userId="e5f53ad3-e5e2-4f6c-826c-f2124de6d8f0" providerId="ADAL" clId="{B7A41415-7B14-4626-A9DF-4F23A07B893D}" dt="2026-07-03T10:34:41.366" v="10162" actId="20577"/>
          <ac:spMkLst>
            <pc:docMk/>
            <pc:sldMk cId="3785875328" sldId="2147481551"/>
            <ac:spMk id="2" creationId="{EF52A9BE-B979-4C2F-EF7C-5D64FEB058A9}"/>
          </ac:spMkLst>
        </pc:spChg>
        <pc:spChg chg="mod">
          <ac:chgData name="FRANCESCO MUSMANNO" userId="e5f53ad3-e5e2-4f6c-826c-f2124de6d8f0" providerId="ADAL" clId="{B7A41415-7B14-4626-A9DF-4F23A07B893D}" dt="2026-07-03T10:33:44.508" v="10061" actId="20577"/>
          <ac:spMkLst>
            <pc:docMk/>
            <pc:sldMk cId="3785875328" sldId="2147481551"/>
            <ac:spMk id="3" creationId="{845CB73D-6F03-81A2-D84F-86642C53BA65}"/>
          </ac:spMkLst>
        </pc:spChg>
        <pc:spChg chg="del">
          <ac:chgData name="FRANCESCO MUSMANNO" userId="e5f53ad3-e5e2-4f6c-826c-f2124de6d8f0" providerId="ADAL" clId="{B7A41415-7B14-4626-A9DF-4F23A07B893D}" dt="2026-07-03T10:33:30.019" v="10056" actId="478"/>
          <ac:spMkLst>
            <pc:docMk/>
            <pc:sldMk cId="3785875328" sldId="2147481551"/>
            <ac:spMk id="8" creationId="{446959A7-36AF-AD8D-B1DC-0912533AA358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9" creationId="{9F2FD738-83E9-E0C5-DFF0-E0FE154F3C7F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10" creationId="{D61AB57F-7318-8790-5A1D-B9017CA9056C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11" creationId="{8670CDBC-9C53-E54A-CE1C-8F713CF5CE29}"/>
          </ac:spMkLst>
        </pc:spChg>
        <pc:spChg chg="del">
          <ac:chgData name="FRANCESCO MUSMANNO" userId="e5f53ad3-e5e2-4f6c-826c-f2124de6d8f0" providerId="ADAL" clId="{B7A41415-7B14-4626-A9DF-4F23A07B893D}" dt="2026-07-03T10:33:32.669" v="10057" actId="478"/>
          <ac:spMkLst>
            <pc:docMk/>
            <pc:sldMk cId="3785875328" sldId="2147481551"/>
            <ac:spMk id="13" creationId="{71A87036-5278-A6C7-28B6-9CA26D4C2048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14" creationId="{599E2812-BD36-BA03-57DA-840F099F1C34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15" creationId="{A3D09966-4DCE-7F58-422A-6FEB0D0F51BB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17" creationId="{04AFB779-41AC-40E6-AAFB-98E132829E18}"/>
          </ac:spMkLst>
        </pc:spChg>
        <pc:spChg chg="del">
          <ac:chgData name="FRANCESCO MUSMANNO" userId="e5f53ad3-e5e2-4f6c-826c-f2124de6d8f0" providerId="ADAL" clId="{B7A41415-7B14-4626-A9DF-4F23A07B893D}" dt="2026-07-03T10:33:51.387" v="10062" actId="478"/>
          <ac:spMkLst>
            <pc:docMk/>
            <pc:sldMk cId="3785875328" sldId="2147481551"/>
            <ac:spMk id="18" creationId="{B3B2EDB5-5C00-B106-C11A-46EAE5A2B7E2}"/>
          </ac:spMkLst>
        </pc:spChg>
        <pc:spChg chg="del">
          <ac:chgData name="FRANCESCO MUSMANNO" userId="e5f53ad3-e5e2-4f6c-826c-f2124de6d8f0" providerId="ADAL" clId="{B7A41415-7B14-4626-A9DF-4F23A07B893D}" dt="2026-07-03T10:34:07.526" v="10086" actId="478"/>
          <ac:spMkLst>
            <pc:docMk/>
            <pc:sldMk cId="3785875328" sldId="2147481551"/>
            <ac:spMk id="19" creationId="{78E859A5-24D9-6980-373F-51DB17D3E409}"/>
          </ac:spMkLst>
        </pc:spChg>
        <pc:spChg chg="mod">
          <ac:chgData name="FRANCESCO MUSMANNO" userId="e5f53ad3-e5e2-4f6c-826c-f2124de6d8f0" providerId="ADAL" clId="{B7A41415-7B14-4626-A9DF-4F23A07B893D}" dt="2026-07-03T10:49:48.830" v="10285"/>
          <ac:spMkLst>
            <pc:docMk/>
            <pc:sldMk cId="3785875328" sldId="2147481551"/>
            <ac:spMk id="20" creationId="{1F077152-1CDD-BBE3-0838-CA382660A39A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26" creationId="{A0AD1B56-556B-4439-2FAE-25B02F1D7550}"/>
          </ac:spMkLst>
        </pc:spChg>
        <pc:spChg chg="mod">
          <ac:chgData name="FRANCESCO MUSMANNO" userId="e5f53ad3-e5e2-4f6c-826c-f2124de6d8f0" providerId="ADAL" clId="{B7A41415-7B14-4626-A9DF-4F23A07B893D}" dt="2026-07-03T10:49:48.834" v="10293"/>
          <ac:spMkLst>
            <pc:docMk/>
            <pc:sldMk cId="3785875328" sldId="2147481551"/>
            <ac:spMk id="40" creationId="{522B32D0-D71C-CFCD-2306-082265838753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53" creationId="{BF7E4E6A-5B32-27A8-B77A-CF16343FEE9C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57" creationId="{EEA2C7CA-7B5B-80A5-A201-A2C11E85F60E}"/>
          </ac:spMkLst>
        </pc:spChg>
        <pc:spChg chg="mod">
          <ac:chgData name="FRANCESCO MUSMANNO" userId="e5f53ad3-e5e2-4f6c-826c-f2124de6d8f0" providerId="ADAL" clId="{B7A41415-7B14-4626-A9DF-4F23A07B893D}" dt="2026-07-03T10:49:48.836" v="10297"/>
          <ac:spMkLst>
            <pc:docMk/>
            <pc:sldMk cId="3785875328" sldId="2147481551"/>
            <ac:spMk id="61" creationId="{E207B7F1-04DF-05D3-3AEB-62FFAFD5864E}"/>
          </ac:spMkLst>
        </pc:spChg>
        <pc:spChg chg="del">
          <ac:chgData name="FRANCESCO MUSMANNO" userId="e5f53ad3-e5e2-4f6c-826c-f2124de6d8f0" providerId="ADAL" clId="{B7A41415-7B14-4626-A9DF-4F23A07B893D}" dt="2026-07-03T10:33:26.559" v="10055" actId="478"/>
          <ac:spMkLst>
            <pc:docMk/>
            <pc:sldMk cId="3785875328" sldId="2147481551"/>
            <ac:spMk id="81" creationId="{74D311BF-147B-EA74-A49C-5DC54D551BF3}"/>
          </ac:spMkLst>
        </pc:spChg>
        <pc:spChg chg="mod">
          <ac:chgData name="FRANCESCO MUSMANNO" userId="e5f53ad3-e5e2-4f6c-826c-f2124de6d8f0" providerId="ADAL" clId="{B7A41415-7B14-4626-A9DF-4F23A07B893D}" dt="2026-07-03T10:49:48.832" v="10289"/>
          <ac:spMkLst>
            <pc:docMk/>
            <pc:sldMk cId="3785875328" sldId="2147481551"/>
            <ac:spMk id="85" creationId="{D479C0AF-4109-3BA4-ACE4-AC3331F91BBE}"/>
          </ac:spMkLst>
        </pc:spChg>
        <pc:grpChg chg="mod">
          <ac:chgData name="FRANCESCO MUSMANNO" userId="e5f53ad3-e5e2-4f6c-826c-f2124de6d8f0" providerId="ADAL" clId="{B7A41415-7B14-4626-A9DF-4F23A07B893D}" dt="2026-07-03T10:49:48.838" v="10299"/>
          <ac:grpSpMkLst>
            <pc:docMk/>
            <pc:sldMk cId="3785875328" sldId="2147481551"/>
            <ac:grpSpMk id="31" creationId="{B1F635B2-E46A-115D-579A-EFE1C9BC90E4}"/>
          </ac:grpSpMkLst>
        </pc:grpChg>
        <pc:grpChg chg="mod">
          <ac:chgData name="FRANCESCO MUSMANNO" userId="e5f53ad3-e5e2-4f6c-826c-f2124de6d8f0" providerId="ADAL" clId="{B7A41415-7B14-4626-A9DF-4F23A07B893D}" dt="2026-07-03T10:49:48.839" v="10303"/>
          <ac:grpSpMkLst>
            <pc:docMk/>
            <pc:sldMk cId="3785875328" sldId="2147481551"/>
            <ac:grpSpMk id="62" creationId="{255E2FE1-8D93-2539-238B-35270F90EA2E}"/>
          </ac:grpSpMkLst>
        </pc:grpChg>
        <pc:grpChg chg="mod">
          <ac:chgData name="FRANCESCO MUSMANNO" userId="e5f53ad3-e5e2-4f6c-826c-f2124de6d8f0" providerId="ADAL" clId="{B7A41415-7B14-4626-A9DF-4F23A07B893D}" dt="2026-07-03T10:49:48.840" v="10305"/>
          <ac:grpSpMkLst>
            <pc:docMk/>
            <pc:sldMk cId="3785875328" sldId="2147481551"/>
            <ac:grpSpMk id="68" creationId="{7A670D97-6403-9A13-0D5F-9FA145772697}"/>
          </ac:grpSpMkLst>
        </pc:grpChg>
        <pc:grpChg chg="mod">
          <ac:chgData name="FRANCESCO MUSMANNO" userId="e5f53ad3-e5e2-4f6c-826c-f2124de6d8f0" providerId="ADAL" clId="{B7A41415-7B14-4626-A9DF-4F23A07B893D}" dt="2026-07-03T10:49:48.838" v="10301"/>
          <ac:grpSpMkLst>
            <pc:docMk/>
            <pc:sldMk cId="3785875328" sldId="2147481551"/>
            <ac:grpSpMk id="86" creationId="{2F8AB1D5-A4C9-D636-FEA5-3B85E4A356FB}"/>
          </ac:grpSpMkLst>
        </pc:grpChg>
        <pc:picChg chg="mod">
          <ac:chgData name="FRANCESCO MUSMANNO" userId="e5f53ad3-e5e2-4f6c-826c-f2124de6d8f0" providerId="ADAL" clId="{B7A41415-7B14-4626-A9DF-4F23A07B893D}" dt="2026-07-03T10:49:48.841" v="10307"/>
          <ac:picMkLst>
            <pc:docMk/>
            <pc:sldMk cId="3785875328" sldId="2147481551"/>
            <ac:picMk id="34" creationId="{580BE8CB-87F5-D2F2-6F93-2E06026CA586}"/>
          </ac:picMkLst>
        </pc:picChg>
        <pc:picChg chg="mod">
          <ac:chgData name="FRANCESCO MUSMANNO" userId="e5f53ad3-e5e2-4f6c-826c-f2124de6d8f0" providerId="ADAL" clId="{B7A41415-7B14-4626-A9DF-4F23A07B893D}" dt="2026-07-03T10:49:48.842" v="10309"/>
          <ac:picMkLst>
            <pc:docMk/>
            <pc:sldMk cId="3785875328" sldId="2147481551"/>
            <ac:picMk id="36" creationId="{DDE59D1F-7D5E-FB72-0FF3-CAC08AE41577}"/>
          </ac:picMkLst>
        </pc:picChg>
      </pc:sldChg>
      <pc:sldChg chg="modSp add mod">
        <pc:chgData name="FRANCESCO MUSMANNO" userId="e5f53ad3-e5e2-4f6c-826c-f2124de6d8f0" providerId="ADAL" clId="{B7A41415-7B14-4626-A9DF-4F23A07B893D}" dt="2026-07-03T10:35:21.992" v="10192" actId="1035"/>
        <pc:sldMkLst>
          <pc:docMk/>
          <pc:sldMk cId="1179644405" sldId="2147481552"/>
        </pc:sldMkLst>
        <pc:spChg chg="mod">
          <ac:chgData name="FRANCESCO MUSMANNO" userId="e5f53ad3-e5e2-4f6c-826c-f2124de6d8f0" providerId="ADAL" clId="{B7A41415-7B14-4626-A9DF-4F23A07B893D}" dt="2026-07-03T10:35:19.096" v="10185" actId="1035"/>
          <ac:spMkLst>
            <pc:docMk/>
            <pc:sldMk cId="1179644405" sldId="2147481552"/>
            <ac:spMk id="2" creationId="{A2719D97-06B3-F9C2-F1B7-39630B410973}"/>
          </ac:spMkLst>
        </pc:spChg>
        <pc:picChg chg="mod">
          <ac:chgData name="FRANCESCO MUSMANNO" userId="e5f53ad3-e5e2-4f6c-826c-f2124de6d8f0" providerId="ADAL" clId="{B7A41415-7B14-4626-A9DF-4F23A07B893D}" dt="2026-07-03T10:35:21.992" v="10192" actId="1035"/>
          <ac:picMkLst>
            <pc:docMk/>
            <pc:sldMk cId="1179644405" sldId="2147481552"/>
            <ac:picMk id="4" creationId="{C4B1CFE2-D4C9-C34D-E817-40B3C83FBD6D}"/>
          </ac:picMkLst>
        </pc:picChg>
      </pc:sldChg>
      <pc:sldChg chg="del">
        <pc:chgData name="FRANCESCO MUSMANNO" userId="e5f53ad3-e5e2-4f6c-826c-f2124de6d8f0" providerId="ADAL" clId="{B7A41415-7B14-4626-A9DF-4F23A07B893D}" dt="2026-07-03T10:27:56.462" v="9868" actId="47"/>
        <pc:sldMkLst>
          <pc:docMk/>
          <pc:sldMk cId="1812689652" sldId="2147481552"/>
        </pc:sldMkLst>
      </pc:sldChg>
      <pc:sldChg chg="modSp add del mod">
        <pc:chgData name="FRANCESCO MUSMANNO" userId="e5f53ad3-e5e2-4f6c-826c-f2124de6d8f0" providerId="ADAL" clId="{B7A41415-7B14-4626-A9DF-4F23A07B893D}" dt="2026-07-03T10:39:35.617" v="10203"/>
        <pc:sldMkLst>
          <pc:docMk/>
          <pc:sldMk cId="2925444752" sldId="2147481553"/>
        </pc:sldMkLst>
        <pc:spChg chg="mod">
          <ac:chgData name="FRANCESCO MUSMANNO" userId="e5f53ad3-e5e2-4f6c-826c-f2124de6d8f0" providerId="ADAL" clId="{B7A41415-7B14-4626-A9DF-4F23A07B893D}" dt="2026-07-03T10:38:26.051" v="10199"/>
          <ac:spMkLst>
            <pc:docMk/>
            <pc:sldMk cId="2925444752" sldId="2147481553"/>
            <ac:spMk id="2" creationId="{EED21714-95B4-2B58-DF5E-FFDAC4724D3A}"/>
          </ac:spMkLst>
        </pc:spChg>
        <pc:spChg chg="mod">
          <ac:chgData name="FRANCESCO MUSMANNO" userId="e5f53ad3-e5e2-4f6c-826c-f2124de6d8f0" providerId="ADAL" clId="{B7A41415-7B14-4626-A9DF-4F23A07B893D}" dt="2026-07-03T10:38:26.074" v="10201"/>
          <ac:spMkLst>
            <pc:docMk/>
            <pc:sldMk cId="2925444752" sldId="2147481553"/>
            <ac:spMk id="4" creationId="{B3D57B71-B0AA-254F-827A-646ACDD6B324}"/>
          </ac:spMkLst>
        </pc:spChg>
        <pc:spChg chg="mod">
          <ac:chgData name="FRANCESCO MUSMANNO" userId="e5f53ad3-e5e2-4f6c-826c-f2124de6d8f0" providerId="ADAL" clId="{B7A41415-7B14-4626-A9DF-4F23A07B893D}" dt="2026-07-03T10:38:26.034" v="10197"/>
          <ac:spMkLst>
            <pc:docMk/>
            <pc:sldMk cId="2925444752" sldId="2147481553"/>
            <ac:spMk id="5" creationId="{65C772B4-F633-F369-7000-7E2C16A29028}"/>
          </ac:spMkLst>
        </pc:spChg>
        <pc:spChg chg="mod">
          <ac:chgData name="FRANCESCO MUSMANNO" userId="e5f53ad3-e5e2-4f6c-826c-f2124de6d8f0" providerId="ADAL" clId="{B7A41415-7B14-4626-A9DF-4F23A07B893D}" dt="2026-07-03T10:38:26.031" v="10196"/>
          <ac:spMkLst>
            <pc:docMk/>
            <pc:sldMk cId="2925444752" sldId="2147481553"/>
            <ac:spMk id="20" creationId="{1FC90B98-6818-30EE-C2E4-4F0485B8E6EB}"/>
          </ac:spMkLst>
        </pc:spChg>
      </pc:sldChg>
      <pc:sldChg chg="modSp add mod modNotesTx">
        <pc:chgData name="FRANCESCO MUSMANNO" userId="e5f53ad3-e5e2-4f6c-826c-f2124de6d8f0" providerId="ADAL" clId="{B7A41415-7B14-4626-A9DF-4F23A07B893D}" dt="2026-07-03T10:45:13.126" v="10223" actId="20577"/>
        <pc:sldMkLst>
          <pc:docMk/>
          <pc:sldMk cId="2713954083" sldId="2147481554"/>
        </pc:sldMkLst>
        <pc:spChg chg="mod">
          <ac:chgData name="FRANCESCO MUSMANNO" userId="e5f53ad3-e5e2-4f6c-826c-f2124de6d8f0" providerId="ADAL" clId="{B7A41415-7B14-4626-A9DF-4F23A07B893D}" dt="2026-07-03T10:44:49.389" v="10214" actId="20577"/>
          <ac:spMkLst>
            <pc:docMk/>
            <pc:sldMk cId="2713954083" sldId="2147481554"/>
            <ac:spMk id="2" creationId="{EED21714-95B4-2B58-DF5E-FFDAC4724D3A}"/>
          </ac:spMkLst>
        </pc:spChg>
        <pc:spChg chg="mod">
          <ac:chgData name="FRANCESCO MUSMANNO" userId="e5f53ad3-e5e2-4f6c-826c-f2124de6d8f0" providerId="ADAL" clId="{B7A41415-7B14-4626-A9DF-4F23A07B893D}" dt="2026-07-03T10:45:05.356" v="10222" actId="1036"/>
          <ac:spMkLst>
            <pc:docMk/>
            <pc:sldMk cId="2713954083" sldId="2147481554"/>
            <ac:spMk id="7" creationId="{9E7EB5E3-6812-48AA-AFE2-62E1A13A3699}"/>
          </ac:spMkLst>
        </pc:spChg>
        <pc:picChg chg="mod">
          <ac:chgData name="FRANCESCO MUSMANNO" userId="e5f53ad3-e5e2-4f6c-826c-f2124de6d8f0" providerId="ADAL" clId="{B7A41415-7B14-4626-A9DF-4F23A07B893D}" dt="2026-07-03T10:45:05.356" v="10222" actId="1036"/>
          <ac:picMkLst>
            <pc:docMk/>
            <pc:sldMk cId="2713954083" sldId="2147481554"/>
            <ac:picMk id="24" creationId="{917F3E00-B8D5-497B-318A-DA77174B2B6B}"/>
          </ac:picMkLst>
        </pc:picChg>
      </pc:sldChg>
      <pc:sldChg chg="modSp add mod">
        <pc:chgData name="FRANCESCO MUSMANNO" userId="e5f53ad3-e5e2-4f6c-826c-f2124de6d8f0" providerId="ADAL" clId="{B7A41415-7B14-4626-A9DF-4F23A07B893D}" dt="2026-07-03T10:52:55.337" v="10371" actId="108"/>
        <pc:sldMkLst>
          <pc:docMk/>
          <pc:sldMk cId="4251454100" sldId="2147481555"/>
        </pc:sldMkLst>
        <pc:spChg chg="mod">
          <ac:chgData name="FRANCESCO MUSMANNO" userId="e5f53ad3-e5e2-4f6c-826c-f2124de6d8f0" providerId="ADAL" clId="{B7A41415-7B14-4626-A9DF-4F23A07B893D}" dt="2026-07-03T10:52:55.337" v="10371" actId="108"/>
          <ac:spMkLst>
            <pc:docMk/>
            <pc:sldMk cId="4251454100" sldId="2147481555"/>
            <ac:spMk id="61" creationId="{E207B7F1-04DF-05D3-3AEB-62FFAFD5864E}"/>
          </ac:spMkLst>
        </pc:spChg>
        <pc:spChg chg="mod">
          <ac:chgData name="FRANCESCO MUSMANNO" userId="e5f53ad3-e5e2-4f6c-826c-f2124de6d8f0" providerId="ADAL" clId="{B7A41415-7B14-4626-A9DF-4F23A07B893D}" dt="2026-07-03T10:51:18.245" v="10312"/>
          <ac:spMkLst>
            <pc:docMk/>
            <pc:sldMk cId="4251454100" sldId="2147481555"/>
            <ac:spMk id="85" creationId="{D479C0AF-4109-3BA4-ACE4-AC3331F91BBE}"/>
          </ac:spMkLst>
        </pc:spChg>
      </pc:sldChg>
      <pc:sldMasterChg chg="addSldLayout">
        <pc:chgData name="FRANCESCO MUSMANNO" userId="e5f53ad3-e5e2-4f6c-826c-f2124de6d8f0" providerId="ADAL" clId="{B7A41415-7B14-4626-A9DF-4F23A07B893D}" dt="2026-07-03T10:32:54.886" v="10053"/>
        <pc:sldMasterMkLst>
          <pc:docMk/>
          <pc:sldMasterMk cId="674052129" sldId="2147484182"/>
        </pc:sldMasterMkLst>
        <pc:sldLayoutChg chg="add">
          <pc:chgData name="FRANCESCO MUSMANNO" userId="e5f53ad3-e5e2-4f6c-826c-f2124de6d8f0" providerId="ADAL" clId="{B7A41415-7B14-4626-A9DF-4F23A07B893D}" dt="2026-07-03T10:32:54.886" v="10053"/>
          <pc:sldLayoutMkLst>
            <pc:docMk/>
            <pc:sldMasterMk cId="674052129" sldId="2147484182"/>
            <pc:sldLayoutMk cId="1888250806" sldId="214748424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7/3/2026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F58E-7B87-0C6D-5FFD-58E648EC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F51A0-CA3D-814C-CA54-FB2AB87D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0B045-3693-443F-35B5-75240D4A0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SG" sz="1200" b="0" i="0" u="none" strike="noStrike">
              <a:solidFill>
                <a:srgbClr val="404040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99E2F-45DD-E927-E738-5CDA9BDB7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52DC-EC59-4DE1-BAC7-23B3848E6B8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92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  <a:defRPr/>
            </a:pP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983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None/>
            </a:pPr>
            <a:endParaRPr lang="en-US" sz="120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26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3F537-8FF8-C8B2-AA52-9B46F46E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D9710-2B20-6A22-5A6B-94861D926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97114-3E26-B40B-FF51-39D17ED8D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ZA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A459B-F6F0-D3DF-83C3-802566454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860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227E1-4BDF-0F3B-FFD7-530F9C35C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B8D96-FC97-9475-E1FC-B4495D88C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4E058-636A-DF80-9BF5-9FEAC1693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2DB8F-9CF5-796E-68CE-779FFFABB2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6</a:t>
            </a:fld>
            <a:endParaRPr lang="en-US" sz="1200" b="0" i="0" u="none" strike="noStrike" cap="non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3717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C106-677A-29E3-A696-DE9B91CAA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D9878-654E-304D-F8E4-E57546B83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B3AD9-F99E-5072-F01A-BAF1FD19E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GB" dirty="0">
                <a:latin typeface="+mn-lt"/>
              </a:rPr>
              <a:t>200 euro al mese </a:t>
            </a:r>
            <a:r>
              <a:rPr lang="en-GB" dirty="0" err="1">
                <a:latin typeface="+mn-lt"/>
              </a:rPr>
              <a:t>opex</a:t>
            </a:r>
            <a:r>
              <a:rPr lang="en-GB" dirty="0">
                <a:latin typeface="+mn-lt"/>
              </a:rPr>
              <a:t> fab workspace + quota </a:t>
            </a:r>
            <a:r>
              <a:rPr lang="en-GB" dirty="0" err="1">
                <a:latin typeface="+mn-lt"/>
              </a:rPr>
              <a:t>variabile</a:t>
            </a:r>
            <a:r>
              <a:rPr lang="en-GB" dirty="0">
                <a:latin typeface="+mn-lt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50FAA-1736-01FE-B051-0BCA87921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52DC-EC59-4DE1-BAC7-23B3848E6B8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3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 noProof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</a:t>
            </a:r>
            <a:br>
              <a:rPr lang="en-US" noProof="0"/>
            </a:br>
            <a:r>
              <a:rPr lang="en-US" noProof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382000" y="3049200"/>
            <a:ext cx="34290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9B37F7D8-7643-FEC4-6844-838554ED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FBA20BF-6E67-EA95-53B0-F188DED3EB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ABB14F8B-3974-9BD2-A151-F10E66DC4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D3E7B21-42CE-65FE-E9DB-ABE96BDEB7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458200" y="3049200"/>
            <a:ext cx="33528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0D1C59CF-9752-86EF-EC48-38D7153FEE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8000"/>
            <a:ext cx="2065880" cy="300318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84188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FDE1F7-62EC-6D2E-396B-811A5053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539496"/>
            <a:ext cx="8305800" cy="557784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1BD431-D4B4-298C-982D-B1EB3888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365760"/>
            <a:ext cx="4284979" cy="1280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Case study | Company | Region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4E3891F-6B5F-192A-B2B0-E4C4CF22FB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295400"/>
            <a:ext cx="2743200" cy="48768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01DE9E-5F31-F140-2E87-C0B1212E08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0" y="5076970"/>
            <a:ext cx="5822138" cy="5549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9144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3716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8288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1324C1C-4229-7DE2-097E-ED90CB5E44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1" y="5729432"/>
            <a:ext cx="4800600" cy="131763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chemeClr val="bg2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Arial Bold name, Arial Regular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7B176-3B35-FC26-E2B3-21D63E555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SG" smtClean="0"/>
              <a:pPr algn="ctr"/>
              <a:t>‹#›</a:t>
            </a:fld>
            <a:endParaRPr lang="en-SG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37E874D-75E8-4A65-C90D-674F6952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DB47B5C7-E0CF-2B9F-0F4C-261A16FD7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AF3DAB-9739-B787-806C-58C158A4019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1000" y="539496"/>
            <a:ext cx="2743200" cy="557784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Client logo: Ensure no clipping occurs on insert</a:t>
            </a:r>
          </a:p>
        </p:txBody>
      </p:sp>
    </p:spTree>
    <p:extLst>
      <p:ext uri="{BB962C8B-B14F-4D97-AF65-F5344CB8AC3E}">
        <p14:creationId xmlns:p14="http://schemas.microsoft.com/office/powerpoint/2010/main" val="1888250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">
            <a:extLst>
              <a:ext uri="{FF2B5EF4-FFF2-40B4-BE49-F238E27FC236}">
                <a16:creationId xmlns:a16="http://schemas.microsoft.com/office/drawing/2014/main" id="{8BB232A3-2995-9204-E802-F3C30F0CB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89BF2500-0204-6794-6117-9948430692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D7F3AF08-D3FE-D48F-2C81-D85ABE9C5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7343D4-00F3-960A-5C32-DA3E33AB5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86000"/>
            <a:ext cx="7239000" cy="3886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E2042BF-1D87-6AA4-DDBE-C7FEC20F5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Section Number">
            <a:extLst>
              <a:ext uri="{FF2B5EF4-FFF2-40B4-BE49-F238E27FC236}">
                <a16:creationId xmlns:a16="http://schemas.microsoft.com/office/drawing/2014/main" id="{4387841E-BCE3-E808-6ADE-02F702DCA4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2400"/>
            <a:ext cx="11430000" cy="16002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274D0AF7-1A05-1559-4931-0828264A6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00962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 Curve with Embedde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 Grid">
            <a:extLst>
              <a:ext uri="{FF2B5EF4-FFF2-40B4-BE49-F238E27FC236}">
                <a16:creationId xmlns:a16="http://schemas.microsoft.com/office/drawing/2014/main" id="{5F909AEB-096B-408B-7E00-05020CE68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" y="2447060"/>
            <a:ext cx="3718800" cy="3718800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FEDEDAD-5176-6B46-6061-8EFC6B3906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96000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65000"/>
              </a:schemeClr>
            </a:solidFill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      Click to add picture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8C7EA28C-8B63-7DD1-EDD6-535B46EC3F8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/>
              <a:t>February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897360E-9D4A-FD52-676D-E4BF4B702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A7AEA8C-8EEB-CD6B-7753-A7002EA3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5872B4FB-4C21-1855-289C-D882501BA8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253760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F94F6E8-6831-27C9-61B5-A91A50CA57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495800" y="6400800"/>
            <a:ext cx="909320" cy="304799"/>
          </a:xfrm>
          <a:ln w="3175">
            <a:noFill/>
          </a:ln>
        </p:spPr>
        <p:txBody>
          <a:bodyPr/>
          <a:lstStyle/>
          <a:p>
            <a:r>
              <a:rPr lang="en-US" noProof="0"/>
              <a:t>February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3F699943-421D-6DD0-F669-4FB43527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79269" y="6400801"/>
            <a:ext cx="2364251" cy="304799"/>
          </a:xfrm>
          <a:ln w="3175">
            <a:noFill/>
          </a:ln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 DATA, Inc.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73400" y="6400800"/>
            <a:ext cx="360000" cy="304801"/>
          </a:xfrm>
          <a:ln w="3175">
            <a:noFill/>
          </a:ln>
        </p:spPr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9B54D94D-E040-EB57-692A-F673B1C004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9720" y="6400031"/>
            <a:ext cx="2065880" cy="3048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90114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>
            <a:extLst>
              <a:ext uri="{FF2B5EF4-FFF2-40B4-BE49-F238E27FC236}">
                <a16:creationId xmlns:a16="http://schemas.microsoft.com/office/drawing/2014/main" id="{EE784A98-DD2F-9213-B452-0888E8DA5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07FB7D70-C72D-6A53-CBE5-DAE9C28DC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 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2600" y="6400800"/>
            <a:ext cx="1066800" cy="304800"/>
          </a:xfrm>
        </p:spPr>
        <p:txBody>
          <a:bodyPr lIns="0" tIns="0" rIns="0" bIns="0"/>
          <a:lstStyle/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69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892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2A4A4756-BF09-2DAA-9B2B-7274ADF973F2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02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Navy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1615296B-7D86-833D-E6BA-B94DB6EC001E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005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9B1656D1-90B8-BAEC-BAE1-40408FA32F2C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accent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86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0D73EB22-28B8-EDF3-DAF5-3AC807C66A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534A451C-A194-D71D-4CF6-5B22A3878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333909" y="2865120"/>
            <a:ext cx="5524182" cy="112776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F858FA1-7D21-8F05-79E4-62B789D77D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941592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576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04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407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472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21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2411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516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00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FDE1F7-62EC-6D2E-396B-811A5053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539496"/>
            <a:ext cx="8305800" cy="557784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1BD431-D4B4-298C-982D-B1EB3888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365760"/>
            <a:ext cx="4284979" cy="1280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Case study | Company | Region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4E3891F-6B5F-192A-B2B0-E4C4CF22FB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295400"/>
            <a:ext cx="2743200" cy="48768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01DE9E-5F31-F140-2E87-C0B1212E08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0" y="5076970"/>
            <a:ext cx="5822138" cy="5549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9144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3716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8288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1324C1C-4229-7DE2-097E-ED90CB5E44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1" y="5729432"/>
            <a:ext cx="4800600" cy="131763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chemeClr val="bg2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Arial Bold name, Arial Regular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7B176-3B35-FC26-E2B3-21D63E555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SG" smtClean="0"/>
              <a:pPr algn="ctr"/>
              <a:t>‹#›</a:t>
            </a:fld>
            <a:endParaRPr lang="en-SG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37E874D-75E8-4A65-C90D-674F6952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DB47B5C7-E0CF-2B9F-0F4C-261A16FD7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AF3DAB-9739-B787-806C-58C158A4019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1000" y="539496"/>
            <a:ext cx="2743200" cy="557784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Client logo: Ensure no clipping occurs on insert</a:t>
            </a:r>
          </a:p>
        </p:txBody>
      </p:sp>
    </p:spTree>
    <p:extLst>
      <p:ext uri="{BB962C8B-B14F-4D97-AF65-F5344CB8AC3E}">
        <p14:creationId xmlns:p14="http://schemas.microsoft.com/office/powerpoint/2010/main" val="1888250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208">
          <p15:clr>
            <a:srgbClr val="FBAE40"/>
          </p15:clr>
        </p15:guide>
        <p15:guide id="3" pos="1968">
          <p15:clr>
            <a:srgbClr val="FBAE40"/>
          </p15:clr>
        </p15:guide>
        <p15:guide id="4" pos="240">
          <p15:clr>
            <a:srgbClr val="FBAE40"/>
          </p15:clr>
        </p15:guide>
        <p15:guide id="5" pos="7440">
          <p15:clr>
            <a:srgbClr val="FBAE40"/>
          </p15:clr>
        </p15:guide>
        <p15:guide id="7" orient="horz" pos="2160">
          <p15:clr>
            <a:srgbClr val="FBAE40"/>
          </p15:clr>
        </p15:guide>
        <p15:guide id="8" orient="horz" pos="816">
          <p15:clr>
            <a:srgbClr val="FBAE40"/>
          </p15:clr>
        </p15:guide>
        <p15:guide id="9" orient="horz" pos="38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/>
              <a:t>February 2026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0"/>
            <a:endParaRPr lang="en-US" noProof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  <p:sldLayoutId id="2147484249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">
            <a:extLst>
              <a:ext uri="{FF2B5EF4-FFF2-40B4-BE49-F238E27FC236}">
                <a16:creationId xmlns:a16="http://schemas.microsoft.com/office/drawing/2014/main" id="{933C1A37-ACD8-D48C-2A9C-184E81D40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393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17" name="Legal">
            <a:extLst>
              <a:ext uri="{FF2B5EF4-FFF2-40B4-BE49-F238E27FC236}">
                <a16:creationId xmlns:a16="http://schemas.microsoft.com/office/drawing/2014/main" id="{BDF70361-4B6B-3910-FF6C-ECC5D8C51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394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0"/>
            <a:ext cx="73152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031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 algn="ctr">
              <a:defRPr lang="en-US" sz="800" noProof="0" smtClean="0">
                <a:solidFill>
                  <a:schemeClr val="tx2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TT DATA Global Logo">
            <a:extLst>
              <a:ext uri="{FF2B5EF4-FFF2-40B4-BE49-F238E27FC236}">
                <a16:creationId xmlns:a16="http://schemas.microsoft.com/office/drawing/2014/main" id="{ACF67C27-B40E-34F0-C726-29EAECB10D3A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8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>
            <a:extLst>
              <a:ext uri="{FF2B5EF4-FFF2-40B4-BE49-F238E27FC236}">
                <a16:creationId xmlns:a16="http://schemas.microsoft.com/office/drawing/2014/main" id="{349E4B0B-2645-B2A3-8226-132DADE9E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ED1211A4-6D56-BCC0-9645-3000A06B6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>
              <a:defRPr lang="en-US" sz="800" noProof="0" smtClean="0"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BCFF8549-A65D-657A-573F-06333E7CA78B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36" r:id="rId2"/>
    <p:sldLayoutId id="2147484237" r:id="rId3"/>
    <p:sldLayoutId id="214748423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0"/>
            <a:endParaRPr lang="en-US" noProof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28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0" r:id="rId1"/>
    <p:sldLayoutId id="2147484241" r:id="rId2"/>
    <p:sldLayoutId id="2147484242" r:id="rId3"/>
    <p:sldLayoutId id="2147484243" r:id="rId4"/>
    <p:sldLayoutId id="2147484244" r:id="rId5"/>
    <p:sldLayoutId id="2147484245" r:id="rId6"/>
    <p:sldLayoutId id="2147484246" r:id="rId7"/>
    <p:sldLayoutId id="2147484247" r:id="rId8"/>
    <p:sldLayoutId id="2147484248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B5E8-E7E2-F8DB-C9F7-4B7F3FBE2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ECA772C4-C8C6-CA5C-3735-2AA26DB3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14400"/>
            <a:ext cx="11430000" cy="1371600"/>
          </a:xfrm>
        </p:spPr>
        <p:txBody>
          <a:bodyPr/>
          <a:lstStyle/>
          <a:p>
            <a:r>
              <a:rPr lang="it-IT" sz="4400"/>
              <a:t>Conversational AI Assistant </a:t>
            </a:r>
            <a:br>
              <a:rPr lang="it-IT" sz="4400"/>
            </a:br>
            <a:r>
              <a:rPr lang="it-IT" sz="4400"/>
              <a:t>UniCredit – Wolters Kluwer</a:t>
            </a:r>
            <a:endParaRPr lang="en-US" sz="4400" noProof="0"/>
          </a:p>
        </p:txBody>
      </p:sp>
      <p:sp>
        <p:nvSpPr>
          <p:cNvPr id="14" name="sub">
            <a:extLst>
              <a:ext uri="{FF2B5EF4-FFF2-40B4-BE49-F238E27FC236}">
                <a16:creationId xmlns:a16="http://schemas.microsoft.com/office/drawing/2014/main" id="{76363B3C-2DAD-FB57-7629-BDE3F5BF0D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2362200"/>
            <a:ext cx="11430000" cy="609600"/>
          </a:xfrm>
        </p:spPr>
        <p:txBody>
          <a:bodyPr/>
          <a:lstStyle/>
          <a:p>
            <a:r>
              <a:rPr lang="it-IT" sz="1800"/>
              <a:t>Partnership strategica per creare un assistente AI conversazionale capace di fornire risposte </a:t>
            </a:r>
            <a:r>
              <a:rPr lang="it-IT" sz="1800" b="1"/>
              <a:t>personalizzate, affidabili e contestualizzate</a:t>
            </a:r>
            <a:r>
              <a:rPr lang="it-IT" sz="1800"/>
              <a:t>, combinando i dati UniCredit con l’autorevolezza di Wolters Kluwer One Fiscale.</a:t>
            </a:r>
            <a:endParaRPr lang="en-US" sz="1800" noProof="0"/>
          </a:p>
        </p:txBody>
      </p:sp>
      <p:sp>
        <p:nvSpPr>
          <p:cNvPr id="13" name="IC">
            <a:extLst>
              <a:ext uri="{FF2B5EF4-FFF2-40B4-BE49-F238E27FC236}">
                <a16:creationId xmlns:a16="http://schemas.microsoft.com/office/drawing/2014/main" id="{53B53933-CA49-DC7E-2BFE-8C458F6F0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33EB3-6315-B26B-0EF8-931B02809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noProof="0"/>
              <a:t>© 2026 NTT DATA, Inc.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1B4B2-A2C8-B72E-8703-65AD228F2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/>
              <a:t>February 2026</a:t>
            </a:r>
          </a:p>
        </p:txBody>
      </p:sp>
      <p:pic>
        <p:nvPicPr>
          <p:cNvPr id="20" name="Picture Placeholder 19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03F7690B-185A-0C26-5A4E-E448C8039E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4" b="227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49135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9D734CD-61E8-5416-0EE7-1DDB1CCA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8715"/>
            <a:ext cx="11430000" cy="533399"/>
          </a:xfrm>
        </p:spPr>
        <p:txBody>
          <a:bodyPr/>
          <a:lstStyle/>
          <a:p>
            <a:r>
              <a:rPr lang="en-US" sz="2400" err="1">
                <a:solidFill>
                  <a:schemeClr val="tx2"/>
                </a:solidFill>
              </a:rPr>
              <a:t>Contesto</a:t>
            </a:r>
            <a:r>
              <a:rPr lang="en-US" sz="2400">
                <a:solidFill>
                  <a:schemeClr val="tx2"/>
                </a:solidFill>
              </a:rPr>
              <a:t> e </a:t>
            </a:r>
            <a:r>
              <a:rPr lang="en-US" sz="2400" err="1">
                <a:solidFill>
                  <a:schemeClr val="tx2"/>
                </a:solidFill>
              </a:rPr>
              <a:t>Sfida</a:t>
            </a:r>
            <a:endParaRPr lang="en-US" sz="240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1E4478-3EA6-63EC-BD47-A9B23B65A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922387"/>
            <a:ext cx="12191994" cy="2160000"/>
          </a:xfrm>
          <a:prstGeom prst="rect">
            <a:avLst/>
          </a:prstGeom>
        </p:spPr>
      </p:pic>
      <p:sp>
        <p:nvSpPr>
          <p:cNvPr id="12" name="cover">
            <a:extLst>
              <a:ext uri="{FF2B5EF4-FFF2-40B4-BE49-F238E27FC236}">
                <a16:creationId xmlns:a16="http://schemas.microsoft.com/office/drawing/2014/main" id="{AEDE5944-40CA-38E6-2F7F-A40A9E90D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922387"/>
            <a:ext cx="12192002" cy="2160000"/>
          </a:xfrm>
          <a:prstGeom prst="rect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c">
            <a:extLst>
              <a:ext uri="{FF2B5EF4-FFF2-40B4-BE49-F238E27FC236}">
                <a16:creationId xmlns:a16="http://schemas.microsoft.com/office/drawing/2014/main" id="{1CA0592E-686F-A21A-C0EA-1BA871BC9B78}"/>
              </a:ext>
            </a:extLst>
          </p:cNvPr>
          <p:cNvSpPr txBox="1">
            <a:spLocks/>
          </p:cNvSpPr>
          <p:nvPr/>
        </p:nvSpPr>
        <p:spPr bwMode="gray">
          <a:xfrm>
            <a:off x="381000" y="1402223"/>
            <a:ext cx="4203006" cy="923330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Poppins Light"/>
              </a:rPr>
              <a:t>Decisioni sempre più complesse in un contesto normativo in continua evoluzione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Poppins Light"/>
            </a:endParaRPr>
          </a:p>
        </p:txBody>
      </p:sp>
      <p:sp>
        <p:nvSpPr>
          <p:cNvPr id="14" name="h1">
            <a:extLst>
              <a:ext uri="{FF2B5EF4-FFF2-40B4-BE49-F238E27FC236}">
                <a16:creationId xmlns:a16="http://schemas.microsoft.com/office/drawing/2014/main" id="{C6A259B0-C7CB-8A10-6C05-DFCF6C1B4907}"/>
              </a:ext>
            </a:extLst>
          </p:cNvPr>
          <p:cNvSpPr txBox="1"/>
          <p:nvPr/>
        </p:nvSpPr>
        <p:spPr>
          <a:xfrm>
            <a:off x="838200" y="3200400"/>
            <a:ext cx="5159762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Crescente complessità normative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Il quadro normativo e fiscale è in continua evoluzione, con frequenti aggiornamenti, interpretazioni e prassi operative che aumentano la complessità di analisi e il rischio di incoerenze informative.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h2">
            <a:extLst>
              <a:ext uri="{FF2B5EF4-FFF2-40B4-BE49-F238E27FC236}">
                <a16:creationId xmlns:a16="http://schemas.microsoft.com/office/drawing/2014/main" id="{2BD0E1D9-4F3F-1958-0F4D-0CCDCA0C0947}"/>
              </a:ext>
            </a:extLst>
          </p:cNvPr>
          <p:cNvSpPr txBox="1"/>
          <p:nvPr/>
        </p:nvSpPr>
        <p:spPr>
          <a:xfrm>
            <a:off x="848512" y="4182870"/>
            <a:ext cx="5120586" cy="992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Necessità di decisioni rapide e informate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 funzioni di business e le strutture specialistiche devono poter accedere rapidamente a informazioni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affidabili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aggiornate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contestualizzate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per supportare decisioni tempestive e ridurre tempi di risposta verso la rete e i clienti.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h4">
            <a:extLst>
              <a:ext uri="{FF2B5EF4-FFF2-40B4-BE49-F238E27FC236}">
                <a16:creationId xmlns:a16="http://schemas.microsoft.com/office/drawing/2014/main" id="{A7F17053-E9A5-C5AF-2064-ABB5FCC7D726}"/>
              </a:ext>
            </a:extLst>
          </p:cNvPr>
          <p:cNvSpPr txBox="1"/>
          <p:nvPr/>
        </p:nvSpPr>
        <p:spPr>
          <a:xfrm>
            <a:off x="851862" y="5350006"/>
            <a:ext cx="5075417" cy="992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355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Valorizzazione del patrimonio informativo UniCredit</a:t>
            </a:r>
          </a:p>
          <a:p>
            <a:pPr marL="0" marR="0" lvl="0" indent="0" algn="l" defTabSz="355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UniCredit dispone di un patrimonio documentale e informativo di elevato valore che, se opportunamente valorizzato, può migliorare efficacia operativa e qualità del servizio, nel rispetto di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sicurezza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compliance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governance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del dato.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h5">
            <a:extLst>
              <a:ext uri="{FF2B5EF4-FFF2-40B4-BE49-F238E27FC236}">
                <a16:creationId xmlns:a16="http://schemas.microsoft.com/office/drawing/2014/main" id="{7A18FDAF-5E8A-59F0-D0A3-CD4D7113BA02}"/>
              </a:ext>
            </a:extLst>
          </p:cNvPr>
          <p:cNvSpPr txBox="1"/>
          <p:nvPr/>
        </p:nvSpPr>
        <p:spPr>
          <a:xfrm>
            <a:off x="6923009" y="4182870"/>
            <a:ext cx="5075417" cy="992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Integrazione con una fonte esterna leader di mercato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L’evoluzione delle tecnologie </a:t>
            </a:r>
            <a:r>
              <a:rPr kumimoji="0" lang="it-IT" sz="1200" b="1" i="0" u="none" strike="noStrike" kern="1200" cap="none" spc="0" normalizeH="0" baseline="0" noProof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GenAI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RAG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abilita l’integrazione tra la conoscenza interna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UniCredit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 i contenuti qualificati di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Wolters Kluwer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creando un ecosistema informativo unico e riducendo il carico operativo legato alla ricerca manuale.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72B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h6">
            <a:extLst>
              <a:ext uri="{FF2B5EF4-FFF2-40B4-BE49-F238E27FC236}">
                <a16:creationId xmlns:a16="http://schemas.microsoft.com/office/drawing/2014/main" id="{6E6F0D88-E9EB-39BB-8C12-47654D210FA3}"/>
              </a:ext>
            </a:extLst>
          </p:cNvPr>
          <p:cNvSpPr txBox="1"/>
          <p:nvPr/>
        </p:nvSpPr>
        <p:spPr>
          <a:xfrm>
            <a:off x="6923009" y="3200400"/>
            <a:ext cx="5099318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Opportunità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di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trasformazione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operative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L’adozione di un modello di consultazione intelligente consente di passare da una ricerca documentale tradizionale a un </a:t>
            </a: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supporto decisionale evoluto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scalabile e orientato ai bisogni del business.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20" name="icons">
            <a:extLst>
              <a:ext uri="{FF2B5EF4-FFF2-40B4-BE49-F238E27FC236}">
                <a16:creationId xmlns:a16="http://schemas.microsoft.com/office/drawing/2014/main" id="{752CC880-41F0-B4FE-13CE-E138659AB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965" y="3244356"/>
            <a:ext cx="6811832" cy="2907939"/>
            <a:chOff x="128671" y="3246154"/>
            <a:chExt cx="6694463" cy="2907939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BF3ABED0-454E-AED7-FE1F-41844E680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8671" y="4309536"/>
              <a:ext cx="756000" cy="7560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D17D731-267E-F0A2-BACC-072B08273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4406" y="3282154"/>
              <a:ext cx="648000" cy="6480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032B1D83-2C75-3E01-13AE-BE6F71438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03134" y="3246154"/>
              <a:ext cx="720000" cy="72000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18CCCBFA-BA71-67E6-5ACB-4EFFF1A8B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2399" y="5542093"/>
              <a:ext cx="612000" cy="612000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427385FC-4C92-2BCF-53FA-644189837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121134" y="4338957"/>
              <a:ext cx="684000" cy="6840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989561-2517-2FF9-1B32-88E154E7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3F27F-C976-67B6-DC87-BC75C661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NTT DATA, Inc.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D38404E5-6939-D3C0-CE4C-0FD63F381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61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893ACB-5805-920D-5ADA-71B16EA55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334562"/>
              </p:ext>
            </p:extLst>
          </p:nvPr>
        </p:nvGraphicFramePr>
        <p:xfrm>
          <a:off x="381000" y="734091"/>
          <a:ext cx="4114801" cy="5489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3087">
                  <a:extLst>
                    <a:ext uri="{9D8B030D-6E8A-4147-A177-3AD203B41FA5}">
                      <a16:colId xmlns:a16="http://schemas.microsoft.com/office/drawing/2014/main" val="1544850068"/>
                    </a:ext>
                  </a:extLst>
                </a:gridCol>
                <a:gridCol w="341714">
                  <a:extLst>
                    <a:ext uri="{9D8B030D-6E8A-4147-A177-3AD203B41FA5}">
                      <a16:colId xmlns:a16="http://schemas.microsoft.com/office/drawing/2014/main" val="548845426"/>
                    </a:ext>
                  </a:extLst>
                </a:gridCol>
              </a:tblGrid>
              <a:tr h="287672">
                <a:tc>
                  <a:txBody>
                    <a:bodyPr/>
                    <a:lstStyle/>
                    <a:p>
                      <a:r>
                        <a:rPr lang="en-US" sz="1800" noProof="0">
                          <a:solidFill>
                            <a:schemeClr val="bg2"/>
                          </a:solidFill>
                        </a:rPr>
                        <a:t>Obiettivo</a:t>
                      </a:r>
                    </a:p>
                  </a:txBody>
                  <a:tcPr marL="0" marR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noProof="0">
                        <a:solidFill>
                          <a:schemeClr val="bg2"/>
                        </a:solidFill>
                      </a:endParaRPr>
                    </a:p>
                  </a:txBody>
                  <a:tcPr marL="0" marR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935216"/>
                  </a:ext>
                </a:extLst>
              </a:tr>
              <a:tr h="50223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600"/>
                        </a:spcAft>
                      </a:pPr>
                      <a:r>
                        <a:rPr lang="it-IT" sz="1200" b="1" noProof="0">
                          <a:solidFill>
                            <a:schemeClr val="tx2"/>
                          </a:solidFill>
                        </a:rPr>
                        <a:t>Abilitare un punto di accesso intelligente alla conoscenza normativa e fiscale</a:t>
                      </a:r>
                      <a:r>
                        <a:rPr lang="it-IT" sz="1200" noProof="0">
                          <a:solidFill>
                            <a:schemeClr val="tx2"/>
                          </a:solidFill>
                        </a:rPr>
                        <a:t>, capace di integrare informazioni </a:t>
                      </a:r>
                      <a:r>
                        <a:rPr lang="it-IT" sz="1200" b="1" noProof="0">
                          <a:solidFill>
                            <a:schemeClr val="tx2"/>
                          </a:solidFill>
                        </a:rPr>
                        <a:t>interne UniCredit</a:t>
                      </a:r>
                      <a:r>
                        <a:rPr lang="it-IT" sz="1200" noProof="0">
                          <a:solidFill>
                            <a:schemeClr val="tx2"/>
                          </a:solidFill>
                        </a:rPr>
                        <a:t> e </a:t>
                      </a:r>
                      <a:r>
                        <a:rPr lang="it-IT" sz="1200" b="1" noProof="0">
                          <a:solidFill>
                            <a:schemeClr val="tx2"/>
                          </a:solidFill>
                        </a:rPr>
                        <a:t>contenuti Wolters Kluwer</a:t>
                      </a:r>
                      <a:endParaRPr lang="it-IT" sz="1200" noProof="0">
                        <a:solidFill>
                          <a:schemeClr val="tx2"/>
                        </a:solidFill>
                      </a:endParaRPr>
                    </a:p>
                  </a:txBody>
                  <a:tcPr marL="0" marR="0" marB="9144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600"/>
                        </a:spcAft>
                      </a:pPr>
                      <a:endParaRPr lang="en-US" sz="800" noProof="0">
                        <a:solidFill>
                          <a:schemeClr val="tx2"/>
                        </a:solidFill>
                      </a:endParaRPr>
                    </a:p>
                  </a:txBody>
                  <a:tcPr marL="0" marR="0" marB="9144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896066"/>
                  </a:ext>
                </a:extLst>
              </a:tr>
              <a:tr h="4810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Come Funziona</a:t>
                      </a:r>
                    </a:p>
                  </a:txBody>
                  <a:tcPr marL="0" marR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noProof="0">
                        <a:solidFill>
                          <a:schemeClr val="bg2"/>
                        </a:solidFill>
                      </a:endParaRPr>
                    </a:p>
                  </a:txBody>
                  <a:tcPr marL="0" marR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323455"/>
                  </a:ext>
                </a:extLst>
              </a:tr>
              <a:tr h="3640650"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125000"/>
                        <a:buFont typeface="+mj-lt"/>
                        <a:buAutoNum type="arabicPeriod"/>
                      </a:pPr>
                      <a:r>
                        <a:rPr lang="it-IT" sz="12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4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Interazione naturale</a:t>
                      </a:r>
                      <a:b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L’utente formula una richiesta in linguaggio naturale tramite un’unica interfaccia conversazionale.</a:t>
                      </a: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125000"/>
                        <a:buFont typeface="+mj-lt"/>
                        <a:buAutoNum type="arabicPeriod"/>
                      </a:pPr>
                      <a:r>
                        <a:rPr lang="it-IT" sz="12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4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Arricchimento con conoscenza UniCredit</a:t>
                      </a:r>
                      <a:b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Le basi documentali UniCredit forniscono il contesto rilevante, mantenendo il controllo sui dati.</a:t>
                      </a: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125000"/>
                        <a:buFont typeface="+mj-lt"/>
                        <a:buAutoNum type="arabicPeriod"/>
                      </a:pPr>
                      <a:r>
                        <a:rPr lang="it-IT" sz="12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4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Integrazione con One Fiscale – Wolters Kluwer</a:t>
                      </a:r>
                      <a:b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La richiesta viene arricchita con contenuti attualmente presenti su One Fiscale (</a:t>
                      </a:r>
                      <a:r>
                        <a:rPr lang="it-IT" sz="1200" kern="1200" noProof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Secondary</a:t>
                      </a:r>
                      <a: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Source).</a:t>
                      </a: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125000"/>
                        <a:buFont typeface="+mj-lt"/>
                        <a:buAutoNum type="arabicPeriod"/>
                      </a:pPr>
                      <a:r>
                        <a:rPr lang="it-IT" sz="12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4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Generazione della risposta</a:t>
                      </a:r>
                      <a:b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L’AI produce una risposta completa, personalizzata e trasparente, basata su fonti tracciabili.</a:t>
                      </a: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125000"/>
                        <a:buFont typeface="+mj-lt"/>
                        <a:buAutoNum type="arabicPeriod"/>
                      </a:pPr>
                      <a:r>
                        <a:rPr lang="it-IT" sz="12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4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Un unico punto di accesso</a:t>
                      </a:r>
                      <a:b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it-IT" sz="120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Conoscenza interna ed esterna convergono in un’unica esperienza utente.</a:t>
                      </a:r>
                    </a:p>
                    <a:p>
                      <a:pPr marL="228600" indent="-2286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125000"/>
                        <a:buFont typeface="+mj-lt"/>
                        <a:buAutoNum type="arabicPeriod"/>
                      </a:pPr>
                      <a:endParaRPr lang="en-US" sz="1200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B="9144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600"/>
                        </a:spcAft>
                      </a:pPr>
                      <a:endParaRPr lang="en-US" sz="1200" noProof="0">
                        <a:solidFill>
                          <a:schemeClr val="bg2"/>
                        </a:solidFill>
                      </a:endParaRPr>
                    </a:p>
                  </a:txBody>
                  <a:tcPr marL="0" marR="0" marB="9144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303390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A317B-FDBE-8C21-FC8B-851B7675AC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February 2026</a:t>
            </a:r>
            <a:endParaRPr lang="en-US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037EC5E-1926-756C-36FB-BD6D9336AE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© 2026 NTT DATA, Inc.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2116C26-7D21-C0B5-9B2F-6ADB4EDDE4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3ADEA99-682E-4231-A4C9-95AE759D37D5}" type="slidenum">
              <a:rPr lang="en-US" noProof="0" smtClean="0"/>
              <a:pPr algn="ctr"/>
              <a:t>3</a:t>
            </a:fld>
            <a:endParaRPr lang="en-US" noProof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0E9C5E-1EAF-18E6-7DEC-F1F614FC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</p:spPr>
        <p:txBody>
          <a:bodyPr/>
          <a:lstStyle/>
          <a:p>
            <a:r>
              <a:rPr lang="en-US" sz="2400" noProof="0"/>
              <a:t>AI Assistant: </a:t>
            </a:r>
            <a:r>
              <a:rPr lang="en-US" sz="2400" noProof="0" err="1"/>
              <a:t>Obiettivo</a:t>
            </a:r>
            <a:r>
              <a:rPr lang="en-US" sz="2400" noProof="0"/>
              <a:t> &amp; </a:t>
            </a:r>
            <a:r>
              <a:rPr lang="en-US" sz="2400" noProof="0" err="1"/>
              <a:t>Funzionamento</a:t>
            </a:r>
            <a:endParaRPr lang="en-US" sz="2400" noProof="0"/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3E1464-1568-0667-355D-062134C6F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048416"/>
            <a:ext cx="67818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83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B9BB8-D949-8F69-8DB3-BA2781B2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719D97-06B3-F9C2-F1B7-39630B410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039708"/>
            <a:ext cx="3505200" cy="4876800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>
                <a:solidFill>
                  <a:schemeClr val="bg2"/>
                </a:solidFill>
              </a:rPr>
              <a:t>Panoramica della </a:t>
            </a:r>
            <a:r>
              <a:rPr lang="en-GB" sz="1800" dirty="0" err="1">
                <a:solidFill>
                  <a:schemeClr val="bg2"/>
                </a:solidFill>
              </a:rPr>
              <a:t>Soluzione</a:t>
            </a:r>
            <a:endParaRPr lang="en-GB" sz="1800" dirty="0">
              <a:solidFill>
                <a:schemeClr val="bg2"/>
              </a:solidFill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lang="it-IT" sz="1400" dirty="0">
                <a:solidFill>
                  <a:srgbClr val="2E404D"/>
                </a:solidFill>
              </a:rPr>
              <a:t>Assistente AI conversazionale ospitato interamente nell’</a:t>
            </a:r>
            <a:r>
              <a:rPr lang="it-IT" sz="1400" b="1" dirty="0">
                <a:solidFill>
                  <a:srgbClr val="2E404D"/>
                </a:solidFill>
              </a:rPr>
              <a:t>Azure Cloud dedicato a UniCredit</a:t>
            </a:r>
            <a:r>
              <a:rPr lang="it-IT" sz="1400" dirty="0">
                <a:solidFill>
                  <a:srgbClr val="2E404D"/>
                </a:solidFill>
              </a:rPr>
              <a:t>, in un perimetro privato e segregato.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it-IT" sz="1400" dirty="0">
                <a:solidFill>
                  <a:srgbClr val="2E404D"/>
                </a:solidFill>
              </a:rPr>
              <a:t>L’utente accede tramite autenticazione </a:t>
            </a:r>
            <a:r>
              <a:rPr lang="it-IT" sz="1400" b="1" dirty="0">
                <a:solidFill>
                  <a:srgbClr val="2E404D"/>
                </a:solidFill>
              </a:rPr>
              <a:t>One ID</a:t>
            </a:r>
            <a:r>
              <a:rPr lang="it-IT" sz="1400" dirty="0">
                <a:solidFill>
                  <a:srgbClr val="2E404D"/>
                </a:solidFill>
              </a:rPr>
              <a:t> e dialoga in linguaggio naturale tramite un’unica interfaccia di chat.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it-IT" sz="1400" dirty="0">
                <a:solidFill>
                  <a:srgbClr val="2E404D"/>
                </a:solidFill>
              </a:rPr>
              <a:t>L’</a:t>
            </a:r>
            <a:r>
              <a:rPr lang="it-IT" sz="1400" b="1" dirty="0">
                <a:solidFill>
                  <a:srgbClr val="2E404D"/>
                </a:solidFill>
              </a:rPr>
              <a:t>Orchestratore</a:t>
            </a:r>
            <a:r>
              <a:rPr lang="it-IT" sz="1400" dirty="0">
                <a:solidFill>
                  <a:srgbClr val="2E404D"/>
                </a:solidFill>
              </a:rPr>
              <a:t> coordina il flusso: interroga l’agente One Fiscale nell’ambiente Legal Wolters Kluwer e arricchisce il contesto con la </a:t>
            </a:r>
            <a:r>
              <a:rPr lang="it-IT" sz="1400" b="1" dirty="0">
                <a:solidFill>
                  <a:srgbClr val="2E404D"/>
                </a:solidFill>
              </a:rPr>
              <a:t>Knowledge Base UniCredit</a:t>
            </a:r>
            <a:r>
              <a:rPr lang="it-IT" sz="1400" dirty="0">
                <a:solidFill>
                  <a:srgbClr val="2E404D"/>
                </a:solidFill>
              </a:rPr>
              <a:t>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it-IT" sz="1400" dirty="0">
                <a:solidFill>
                  <a:srgbClr val="2E404D"/>
                </a:solidFill>
              </a:rPr>
              <a:t>La comunicazione con l’ambiente UniCredit avviene in modalità </a:t>
            </a:r>
            <a:r>
              <a:rPr lang="it-IT" sz="1400" b="1" dirty="0">
                <a:solidFill>
                  <a:srgbClr val="2E404D"/>
                </a:solidFill>
              </a:rPr>
              <a:t>privata e isolata</a:t>
            </a:r>
            <a:r>
              <a:rPr lang="it-IT" sz="1400" dirty="0">
                <a:solidFill>
                  <a:srgbClr val="2E404D"/>
                </a:solidFill>
              </a:rPr>
              <a:t>, a garanzia della sicurezza e del pieno controllo dei dati aziendali.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it-IT" sz="1400" dirty="0">
                <a:solidFill>
                  <a:srgbClr val="2E404D"/>
                </a:solidFill>
              </a:rPr>
              <a:t>La risposta finale integra entrambe le fonti in un’</a:t>
            </a:r>
            <a:r>
              <a:rPr lang="it-IT" sz="1400" b="1" dirty="0">
                <a:solidFill>
                  <a:srgbClr val="2E404D"/>
                </a:solidFill>
              </a:rPr>
              <a:t>unica esperienza conversazionale</a:t>
            </a:r>
            <a:r>
              <a:rPr lang="it-IT" sz="1400" dirty="0">
                <a:solidFill>
                  <a:srgbClr val="2E404D"/>
                </a:solidFill>
              </a:rPr>
              <a:t> per l’utente.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34C2B-1102-D7B9-CE11-56424C97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35B48-57CA-6EDF-F27C-5ABE1DFB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4F5C2-01BD-2504-DC04-E9941319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9823-8059-4D49-BD26-6D32C31B862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D8DA9144-81BC-B4C9-3E77-E6413DF5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738641"/>
          </a:xfrm>
        </p:spPr>
        <p:txBody>
          <a:bodyPr/>
          <a:lstStyle/>
          <a:p>
            <a:r>
              <a:rPr lang="it-IT" sz="2400" dirty="0">
                <a:solidFill>
                  <a:srgbClr val="2E404D"/>
                </a:solidFill>
                <a:effectLst/>
                <a:latin typeface="Georgia" panose="02040502050405020303" pitchFamily="18" charset="0"/>
              </a:rPr>
              <a:t>Soluzione </a:t>
            </a:r>
            <a:r>
              <a:rPr lang="it-IT" sz="2400" dirty="0" err="1">
                <a:solidFill>
                  <a:srgbClr val="2E404D"/>
                </a:solidFill>
                <a:effectLst/>
                <a:latin typeface="Georgia" panose="02040502050405020303" pitchFamily="18" charset="0"/>
              </a:rPr>
              <a:t>Propost</a:t>
            </a:r>
            <a:r>
              <a:rPr lang="it-IT" sz="2400" dirty="0">
                <a:solidFill>
                  <a:srgbClr val="2E404D"/>
                </a:solidFill>
                <a:effectLst/>
                <a:latin typeface="Georgia" panose="02040502050405020303" pitchFamily="18" charset="0"/>
              </a:rPr>
              <a:t> – Assistente basato interamente in ambiente Unicredit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B1CFE2-D4C9-C34D-E817-40B3C83FB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788" y="1290320"/>
            <a:ext cx="6752434" cy="461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4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E1002-5D67-B78E-9BCA-AB1EF4D06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B291B87-47ED-1F8A-7712-FD14B90E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solidFill>
                  <a:srgbClr val="070F26"/>
                </a:solidFill>
              </a:rPr>
              <a:t>Autorizzazione</a:t>
            </a:r>
            <a:r>
              <a:rPr lang="en-US" noProof="0">
                <a:solidFill>
                  <a:srgbClr val="070F26"/>
                </a:solidFill>
              </a:rPr>
              <a:t> e </a:t>
            </a:r>
            <a:r>
              <a:rPr lang="en-US" noProof="0" err="1">
                <a:solidFill>
                  <a:srgbClr val="070F26"/>
                </a:solidFill>
              </a:rPr>
              <a:t>verifica</a:t>
            </a:r>
            <a:r>
              <a:rPr lang="en-US" noProof="0">
                <a:solidFill>
                  <a:srgbClr val="070F26"/>
                </a:solidFill>
              </a:rPr>
              <a:t> </a:t>
            </a:r>
            <a:r>
              <a:rPr lang="en-US" noProof="0" err="1">
                <a:solidFill>
                  <a:srgbClr val="070F26"/>
                </a:solidFill>
              </a:rPr>
              <a:t>dell’identitá</a:t>
            </a:r>
            <a:endParaRPr lang="en-US" noProof="0"/>
          </a:p>
        </p:txBody>
      </p:sp>
      <p:sp>
        <p:nvSpPr>
          <p:cNvPr id="2" name="sub">
            <a:extLst>
              <a:ext uri="{FF2B5EF4-FFF2-40B4-BE49-F238E27FC236}">
                <a16:creationId xmlns:a16="http://schemas.microsoft.com/office/drawing/2014/main" id="{D7272658-8737-63E6-1447-6E0F3EA8E6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0" lang="it-IT" b="0" i="0" u="none" strike="noStrike" kern="1200" cap="none" spc="0" normalizeH="0" baseline="0" noProof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Arial"/>
                <a:ea typeface="+mj-ea"/>
                <a:cs typeface="Poppins Light"/>
              </a:rPr>
              <a:t>Accesso sicuro e semplificato ai servizi One Fiscale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B17B9-7226-9088-03C3-3250469C2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  <a:endParaRPr lang="en-GB">
              <a:effectLst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56DAD-0605-0AB1-1CA3-09AF4143A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NTT DATA, Inc.</a:t>
            </a:r>
          </a:p>
        </p:txBody>
      </p:sp>
      <p:sp>
        <p:nvSpPr>
          <p:cNvPr id="8" name="head1">
            <a:extLst>
              <a:ext uri="{FF2B5EF4-FFF2-40B4-BE49-F238E27FC236}">
                <a16:creationId xmlns:a16="http://schemas.microsoft.com/office/drawing/2014/main" id="{57FF5260-D025-AB9E-3AC3-301BD66B6679}"/>
              </a:ext>
            </a:extLst>
          </p:cNvPr>
          <p:cNvSpPr/>
          <p:nvPr/>
        </p:nvSpPr>
        <p:spPr>
          <a:xfrm>
            <a:off x="381000" y="1449388"/>
            <a:ext cx="3671999" cy="628650"/>
          </a:xfrm>
          <a:custGeom>
            <a:avLst/>
            <a:gdLst>
              <a:gd name="connsiteX0" fmla="*/ 104777 w 3671999"/>
              <a:gd name="connsiteY0" fmla="*/ 0 h 628650"/>
              <a:gd name="connsiteX1" fmla="*/ 3671999 w 3671999"/>
              <a:gd name="connsiteY1" fmla="*/ 0 h 628650"/>
              <a:gd name="connsiteX2" fmla="*/ 3671999 w 3671999"/>
              <a:gd name="connsiteY2" fmla="*/ 628650 h 628650"/>
              <a:gd name="connsiteX3" fmla="*/ 104777 w 3671999"/>
              <a:gd name="connsiteY3" fmla="*/ 628650 h 628650"/>
              <a:gd name="connsiteX4" fmla="*/ 0 w 3671999"/>
              <a:gd name="connsiteY4" fmla="*/ 523873 h 628650"/>
              <a:gd name="connsiteX5" fmla="*/ 0 w 3671999"/>
              <a:gd name="connsiteY5" fmla="*/ 104777 h 628650"/>
              <a:gd name="connsiteX6" fmla="*/ 104777 w 3671999"/>
              <a:gd name="connsiteY6" fmla="*/ 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71999" h="628650">
                <a:moveTo>
                  <a:pt x="104777" y="0"/>
                </a:moveTo>
                <a:lnTo>
                  <a:pt x="3671999" y="0"/>
                </a:lnTo>
                <a:lnTo>
                  <a:pt x="3671999" y="628650"/>
                </a:lnTo>
                <a:lnTo>
                  <a:pt x="104777" y="628650"/>
                </a:lnTo>
                <a:cubicBezTo>
                  <a:pt x="46910" y="628650"/>
                  <a:pt x="0" y="581740"/>
                  <a:pt x="0" y="523873"/>
                </a:cubicBezTo>
                <a:lnTo>
                  <a:pt x="0" y="104777"/>
                </a:lnTo>
                <a:cubicBezTo>
                  <a:pt x="0" y="46910"/>
                  <a:pt x="46910" y="0"/>
                  <a:pt x="104777" y="0"/>
                </a:cubicBezTo>
                <a:close/>
              </a:path>
            </a:pathLst>
          </a:custGeom>
          <a:solidFill>
            <a:srgbClr val="005B9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29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Modello di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Identità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copy1">
            <a:extLst>
              <a:ext uri="{FF2B5EF4-FFF2-40B4-BE49-F238E27FC236}">
                <a16:creationId xmlns:a16="http://schemas.microsoft.com/office/drawing/2014/main" id="{E755F2BD-7A10-F5C8-1DA6-86E0A6EEA857}"/>
              </a:ext>
            </a:extLst>
          </p:cNvPr>
          <p:cNvSpPr txBox="1"/>
          <p:nvPr/>
        </p:nvSpPr>
        <p:spPr>
          <a:xfrm>
            <a:off x="380999" y="2313432"/>
            <a:ext cx="3672000" cy="2041585"/>
          </a:xfrm>
          <a:prstGeom prst="rect">
            <a:avLst/>
          </a:prstGeom>
          <a:noFill/>
        </p:spPr>
        <p:txBody>
          <a:bodyPr wrap="square" lIns="182880" tIns="0" rIns="182880" bIns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70F26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it-IT" sz="1400">
                <a:solidFill>
                  <a:srgbClr val="2E404D"/>
                </a:solidFill>
                <a:latin typeface="Arial"/>
              </a:rPr>
              <a:t>L’accesso alla soluzione è basato sull’utilizzo di un utente </a:t>
            </a:r>
            <a:r>
              <a:rPr lang="it-IT" sz="1400" b="1">
                <a:solidFill>
                  <a:srgbClr val="2E404D"/>
                </a:solidFill>
                <a:latin typeface="Arial"/>
              </a:rPr>
              <a:t>One ID in ambito Legal </a:t>
            </a:r>
            <a:r>
              <a:rPr lang="it-IT" sz="1400">
                <a:solidFill>
                  <a:srgbClr val="2E404D"/>
                </a:solidFill>
                <a:latin typeface="Arial"/>
              </a:rPr>
              <a:t>come identità di riferimento.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70F26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it-IT" sz="1400">
                <a:solidFill>
                  <a:srgbClr val="2E404D"/>
                </a:solidFill>
                <a:latin typeface="Arial"/>
              </a:rPr>
              <a:t>Questo approccio garantisce coerenza con i meccanismi di autenticazione già adottati e consente un’integrazione nativa con i servizi e le risorse di One Fiscale.</a:t>
            </a:r>
            <a:endParaRPr lang="en-US" sz="1400">
              <a:solidFill>
                <a:srgbClr val="2E404D"/>
              </a:solidFill>
              <a:latin typeface="Arial"/>
            </a:endParaRPr>
          </a:p>
        </p:txBody>
      </p:sp>
      <p:sp>
        <p:nvSpPr>
          <p:cNvPr id="10" name="head2">
            <a:extLst>
              <a:ext uri="{FF2B5EF4-FFF2-40B4-BE49-F238E27FC236}">
                <a16:creationId xmlns:a16="http://schemas.microsoft.com/office/drawing/2014/main" id="{75C6B6E3-145F-E058-FF31-FD735496888C}"/>
              </a:ext>
            </a:extLst>
          </p:cNvPr>
          <p:cNvSpPr/>
          <p:nvPr/>
        </p:nvSpPr>
        <p:spPr>
          <a:xfrm>
            <a:off x="4151997" y="1449388"/>
            <a:ext cx="3888002" cy="628650"/>
          </a:xfrm>
          <a:custGeom>
            <a:avLst/>
            <a:gdLst>
              <a:gd name="connsiteX0" fmla="*/ 0 w 3888002"/>
              <a:gd name="connsiteY0" fmla="*/ 0 h 628650"/>
              <a:gd name="connsiteX1" fmla="*/ 3888002 w 3888002"/>
              <a:gd name="connsiteY1" fmla="*/ 0 h 628650"/>
              <a:gd name="connsiteX2" fmla="*/ 3888002 w 3888002"/>
              <a:gd name="connsiteY2" fmla="*/ 628650 h 628650"/>
              <a:gd name="connsiteX3" fmla="*/ 0 w 3888002"/>
              <a:gd name="connsiteY3" fmla="*/ 628650 h 628650"/>
              <a:gd name="connsiteX4" fmla="*/ 0 w 3888002"/>
              <a:gd name="connsiteY4" fmla="*/ 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88002" h="628650">
                <a:moveTo>
                  <a:pt x="0" y="0"/>
                </a:moveTo>
                <a:lnTo>
                  <a:pt x="3888002" y="0"/>
                </a:lnTo>
                <a:lnTo>
                  <a:pt x="3888002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0072B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29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Razionale della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Scelta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copy2">
            <a:extLst>
              <a:ext uri="{FF2B5EF4-FFF2-40B4-BE49-F238E27FC236}">
                <a16:creationId xmlns:a16="http://schemas.microsoft.com/office/drawing/2014/main" id="{EEDC9A2A-E211-FB75-9A13-DD0F4C37AC40}"/>
              </a:ext>
            </a:extLst>
          </p:cNvPr>
          <p:cNvSpPr txBox="1"/>
          <p:nvPr/>
        </p:nvSpPr>
        <p:spPr>
          <a:xfrm>
            <a:off x="4152000" y="2313432"/>
            <a:ext cx="3888000" cy="1983685"/>
          </a:xfrm>
          <a:prstGeom prst="rect">
            <a:avLst/>
          </a:prstGeom>
          <a:noFill/>
        </p:spPr>
        <p:txBody>
          <a:bodyPr wrap="square" lIns="182880" tIns="0" rIns="182880" bIns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it-IT" sz="1400">
                <a:solidFill>
                  <a:srgbClr val="2E404D"/>
                </a:solidFill>
                <a:latin typeface="Arial"/>
              </a:rPr>
              <a:t>L’utilizzo di One ID permette un accesso </a:t>
            </a:r>
            <a:r>
              <a:rPr lang="it-IT" sz="1400" b="1">
                <a:solidFill>
                  <a:srgbClr val="2E404D"/>
                </a:solidFill>
                <a:latin typeface="Arial"/>
              </a:rPr>
              <a:t>diretto</a:t>
            </a:r>
            <a:r>
              <a:rPr lang="it-IT" sz="1400">
                <a:solidFill>
                  <a:srgbClr val="2E404D"/>
                </a:solidFill>
                <a:latin typeface="Arial"/>
              </a:rPr>
              <a:t> e </a:t>
            </a:r>
            <a:r>
              <a:rPr lang="it-IT" sz="1400" b="1">
                <a:solidFill>
                  <a:srgbClr val="2E404D"/>
                </a:solidFill>
                <a:latin typeface="Arial"/>
              </a:rPr>
              <a:t>semplificato</a:t>
            </a:r>
            <a:r>
              <a:rPr lang="it-IT" sz="1400">
                <a:solidFill>
                  <a:srgbClr val="2E404D"/>
                </a:solidFill>
                <a:latin typeface="Arial"/>
              </a:rPr>
              <a:t>, riducendo la necessità di integrazioni custom e di gestione separata delle credenziali.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it-IT" sz="1400">
                <a:solidFill>
                  <a:srgbClr val="2E404D"/>
                </a:solidFill>
                <a:latin typeface="Arial"/>
              </a:rPr>
              <a:t>Il modello favorisce un </a:t>
            </a:r>
            <a:r>
              <a:rPr lang="it-IT" sz="1400" err="1">
                <a:solidFill>
                  <a:srgbClr val="2E404D"/>
                </a:solidFill>
                <a:latin typeface="Arial"/>
              </a:rPr>
              <a:t>onboarding</a:t>
            </a:r>
            <a:r>
              <a:rPr lang="it-IT" sz="1400">
                <a:solidFill>
                  <a:srgbClr val="2E404D"/>
                </a:solidFill>
                <a:latin typeface="Arial"/>
              </a:rPr>
              <a:t> più rapido, una governance centralizzata delle identità e una maggiore affidabilità del processo di autenticazione.</a:t>
            </a:r>
            <a:endParaRPr lang="en-US" sz="1400">
              <a:solidFill>
                <a:srgbClr val="2E404D"/>
              </a:solidFill>
              <a:latin typeface="Arial"/>
            </a:endParaRPr>
          </a:p>
        </p:txBody>
      </p:sp>
      <p:sp>
        <p:nvSpPr>
          <p:cNvPr id="12" name="head3">
            <a:extLst>
              <a:ext uri="{FF2B5EF4-FFF2-40B4-BE49-F238E27FC236}">
                <a16:creationId xmlns:a16="http://schemas.microsoft.com/office/drawing/2014/main" id="{C4903871-A909-E0A4-F90F-F8E6A524ACDF}"/>
              </a:ext>
            </a:extLst>
          </p:cNvPr>
          <p:cNvSpPr/>
          <p:nvPr/>
        </p:nvSpPr>
        <p:spPr>
          <a:xfrm>
            <a:off x="8138999" y="1449388"/>
            <a:ext cx="3681527" cy="628650"/>
          </a:xfrm>
          <a:custGeom>
            <a:avLst/>
            <a:gdLst>
              <a:gd name="connsiteX0" fmla="*/ 0 w 3681527"/>
              <a:gd name="connsiteY0" fmla="*/ 0 h 628650"/>
              <a:gd name="connsiteX1" fmla="*/ 3576750 w 3681527"/>
              <a:gd name="connsiteY1" fmla="*/ 0 h 628650"/>
              <a:gd name="connsiteX2" fmla="*/ 3681527 w 3681527"/>
              <a:gd name="connsiteY2" fmla="*/ 104777 h 628650"/>
              <a:gd name="connsiteX3" fmla="*/ 3681527 w 3681527"/>
              <a:gd name="connsiteY3" fmla="*/ 523873 h 628650"/>
              <a:gd name="connsiteX4" fmla="*/ 3576750 w 3681527"/>
              <a:gd name="connsiteY4" fmla="*/ 628650 h 628650"/>
              <a:gd name="connsiteX5" fmla="*/ 0 w 3681527"/>
              <a:gd name="connsiteY5" fmla="*/ 628650 h 628650"/>
              <a:gd name="connsiteX6" fmla="*/ 0 w 3681527"/>
              <a:gd name="connsiteY6" fmla="*/ 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81527" h="628650">
                <a:moveTo>
                  <a:pt x="0" y="0"/>
                </a:moveTo>
                <a:lnTo>
                  <a:pt x="3576750" y="0"/>
                </a:lnTo>
                <a:cubicBezTo>
                  <a:pt x="3634617" y="0"/>
                  <a:pt x="3681527" y="46910"/>
                  <a:pt x="3681527" y="104777"/>
                </a:cubicBezTo>
                <a:lnTo>
                  <a:pt x="3681527" y="523873"/>
                </a:lnTo>
                <a:cubicBezTo>
                  <a:pt x="3681527" y="581740"/>
                  <a:pt x="3634617" y="628650"/>
                  <a:pt x="3576750" y="628650"/>
                </a:cubicBez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2296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Prerequisiti di Accesso</a:t>
            </a:r>
          </a:p>
        </p:txBody>
      </p:sp>
      <p:sp>
        <p:nvSpPr>
          <p:cNvPr id="13" name="copy3">
            <a:extLst>
              <a:ext uri="{FF2B5EF4-FFF2-40B4-BE49-F238E27FC236}">
                <a16:creationId xmlns:a16="http://schemas.microsoft.com/office/drawing/2014/main" id="{8B2A69F3-DA89-7019-8F3B-415A47B5A51D}"/>
              </a:ext>
            </a:extLst>
          </p:cNvPr>
          <p:cNvSpPr txBox="1"/>
          <p:nvPr/>
        </p:nvSpPr>
        <p:spPr>
          <a:xfrm>
            <a:off x="8138999" y="2313432"/>
            <a:ext cx="3672000" cy="2214517"/>
          </a:xfrm>
          <a:prstGeom prst="rect">
            <a:avLst/>
          </a:prstGeom>
          <a:noFill/>
        </p:spPr>
        <p:txBody>
          <a:bodyPr wrap="square" lIns="182880" tIns="0" rIns="182880" bIns="0">
            <a:spAutoFit/>
          </a:bodyPr>
          <a:lstStyle/>
          <a:p>
            <a:pPr marL="231775" marR="0" lvl="0" indent="-231775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Clr>
                <a:srgbClr val="070F26"/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 poter utilizzare la soluzione, l’utente deve essere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correttamente censito in One ID Legal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con profilo attivo e configurato.</a:t>
            </a:r>
          </a:p>
          <a:p>
            <a:pPr marL="231775" marR="0" lvl="0" indent="-231775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Clr>
                <a:srgbClr val="070F26"/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È inoltre richiesta una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sottoscrizione o abilitazione a One Fiscale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condizione necessaria per l’accesso alle funzionalità e alle risorse messe a disposizione dalla piattaforma.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E7C2103-1D22-0046-1906-66B88E538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6999" y="152327"/>
            <a:ext cx="756000" cy="756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83450-BDB5-1042-1EFA-7C1CA1F5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5" name="Graphic 14" descr="User outline">
            <a:extLst>
              <a:ext uri="{FF2B5EF4-FFF2-40B4-BE49-F238E27FC236}">
                <a16:creationId xmlns:a16="http://schemas.microsoft.com/office/drawing/2014/main" id="{F977DC19-9E4F-FFB2-B450-15BAB9C236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995" y="1445399"/>
            <a:ext cx="612000" cy="612000"/>
          </a:xfrm>
          <a:prstGeom prst="rect">
            <a:avLst/>
          </a:prstGeom>
        </p:spPr>
      </p:pic>
      <p:pic>
        <p:nvPicPr>
          <p:cNvPr id="17" name="Graphic 16" descr="Puzzle pieces outline">
            <a:extLst>
              <a:ext uri="{FF2B5EF4-FFF2-40B4-BE49-F238E27FC236}">
                <a16:creationId xmlns:a16="http://schemas.microsoft.com/office/drawing/2014/main" id="{26AA44FB-D6BF-1E25-654D-BFB6096E56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86887" y="1450949"/>
            <a:ext cx="612000" cy="612000"/>
          </a:xfrm>
          <a:prstGeom prst="rect">
            <a:avLst/>
          </a:prstGeom>
        </p:spPr>
      </p:pic>
      <p:pic>
        <p:nvPicPr>
          <p:cNvPr id="19" name="Graphic 18" descr="Shield Tick outline">
            <a:extLst>
              <a:ext uri="{FF2B5EF4-FFF2-40B4-BE49-F238E27FC236}">
                <a16:creationId xmlns:a16="http://schemas.microsoft.com/office/drawing/2014/main" id="{622B3005-AD45-2614-7B39-3505727728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8997" y="1455811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9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7271-F649-E056-525C-907B0153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612DBD14-673B-5350-5FF8-145605739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22386"/>
            <a:ext cx="12192000" cy="2197100"/>
          </a:xfrm>
          <a:prstGeom prst="rect">
            <a:avLst/>
          </a:prstGeom>
        </p:spPr>
      </p:pic>
      <p:sp>
        <p:nvSpPr>
          <p:cNvPr id="3" name="cover">
            <a:extLst>
              <a:ext uri="{FF2B5EF4-FFF2-40B4-BE49-F238E27FC236}">
                <a16:creationId xmlns:a16="http://schemas.microsoft.com/office/drawing/2014/main" id="{29D192C1-6417-F6B0-2023-16E2FA4B2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22386"/>
            <a:ext cx="12191999" cy="2160000"/>
          </a:xfrm>
          <a:prstGeom prst="rect">
            <a:avLst/>
          </a:prstGeom>
          <a:solidFill>
            <a:schemeClr val="bg1">
              <a:alpha val="2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c">
            <a:extLst>
              <a:ext uri="{FF2B5EF4-FFF2-40B4-BE49-F238E27FC236}">
                <a16:creationId xmlns:a16="http://schemas.microsoft.com/office/drawing/2014/main" id="{1FC90B98-6818-30EE-C2E4-4F0485B8E6EB}"/>
              </a:ext>
            </a:extLst>
          </p:cNvPr>
          <p:cNvSpPr txBox="1">
            <a:spLocks/>
          </p:cNvSpPr>
          <p:nvPr/>
        </p:nvSpPr>
        <p:spPr bwMode="gray">
          <a:xfrm>
            <a:off x="386935" y="1377170"/>
            <a:ext cx="4947065" cy="1287532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Arial"/>
                <a:ea typeface="+mj-ea"/>
                <a:cs typeface="Poppins Light"/>
              </a:defRPr>
            </a:lvl1pPr>
          </a:lstStyle>
          <a:p>
            <a:r>
              <a:rPr lang="it-IT" noProof="0"/>
              <a:t>Un percorso strutturato in due fasi per validare, in modalità interamente backend, la qualità delle risposte combinate tra FAB One Fiscale e agente UniCredit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772B4-F633-F369-7000-7E2C16A29028}"/>
              </a:ext>
            </a:extLst>
          </p:cNvPr>
          <p:cNvSpPr txBox="1"/>
          <p:nvPr/>
        </p:nvSpPr>
        <p:spPr>
          <a:xfrm>
            <a:off x="799112" y="3242355"/>
            <a:ext cx="49572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it-IT" sz="1200" b="1">
                <a:solidFill>
                  <a:srgbClr val="0072BC"/>
                </a:solidFill>
                <a:latin typeface="Arial"/>
              </a:rPr>
              <a:t>Prerequisito di Avvio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it-IT" sz="1100">
                <a:solidFill>
                  <a:srgbClr val="2E404D"/>
                </a:solidFill>
                <a:latin typeface="Arial"/>
              </a:rPr>
              <a:t>Fornitura da parte del cliente di un </a:t>
            </a:r>
            <a:r>
              <a:rPr lang="it-IT" sz="1100" b="1">
                <a:solidFill>
                  <a:srgbClr val="2E404D"/>
                </a:solidFill>
                <a:latin typeface="Arial"/>
              </a:rPr>
              <a:t>set di domande di esempio</a:t>
            </a:r>
            <a:r>
              <a:rPr lang="it-IT" sz="1100">
                <a:solidFill>
                  <a:srgbClr val="2E404D"/>
                </a:solidFill>
                <a:latin typeface="Arial"/>
              </a:rPr>
              <a:t>, rappresentative dei casi d’uso reali, necessario per avviare le attività di test.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it-IT" sz="1100">
                <a:solidFill>
                  <a:srgbClr val="2E404D"/>
                </a:solidFill>
                <a:latin typeface="Arial"/>
              </a:rPr>
              <a:t>Questo set consente di validare, in un ambiente </a:t>
            </a:r>
            <a:r>
              <a:rPr lang="it-IT" sz="1100" b="1">
                <a:solidFill>
                  <a:srgbClr val="2E404D"/>
                </a:solidFill>
                <a:latin typeface="Arial"/>
              </a:rPr>
              <a:t>interamente backend</a:t>
            </a:r>
            <a:r>
              <a:rPr lang="it-IT" sz="1100">
                <a:solidFill>
                  <a:srgbClr val="2E404D"/>
                </a:solidFill>
                <a:latin typeface="Arial"/>
              </a:rPr>
              <a:t>, il comportamento combinato delle due fonti, nel pieno rispetto dei requisiti di sicurezza e riservatezza.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B4B103E-E288-08D2-E2A0-89E6A4ED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  <a:endParaRPr lang="en-GB">
              <a:effectLst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CABAFC6-8356-5962-D99F-B3FFDA60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© 2026 NTT DATA, Inc.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3785DDF-975E-172F-7079-5E7258C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noProof="0" smtClean="0"/>
              <a:pPr algn="ctr"/>
              <a:t>6</a:t>
            </a:fld>
            <a:endParaRPr lang="en-US" noProof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C448CF62-FFA7-553F-EC00-BCCE4433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8715"/>
            <a:ext cx="11430000" cy="533399"/>
          </a:xfrm>
        </p:spPr>
        <p:txBody>
          <a:bodyPr/>
          <a:lstStyle/>
          <a:p>
            <a:r>
              <a:rPr lang="en-US" sz="2400" err="1">
                <a:solidFill>
                  <a:schemeClr val="tx2"/>
                </a:solidFill>
              </a:rPr>
              <a:t>Proposta</a:t>
            </a:r>
            <a:r>
              <a:rPr lang="en-US" sz="2400">
                <a:solidFill>
                  <a:schemeClr val="tx2"/>
                </a:solidFill>
              </a:rPr>
              <a:t> di </a:t>
            </a:r>
            <a:r>
              <a:rPr lang="en-US" sz="2400" err="1">
                <a:solidFill>
                  <a:schemeClr val="tx2"/>
                </a:solidFill>
              </a:rPr>
              <a:t>Approccio</a:t>
            </a:r>
            <a:r>
              <a:rPr lang="en-US" sz="2400">
                <a:solidFill>
                  <a:schemeClr val="tx2"/>
                </a:solidFill>
              </a:rPr>
              <a:t> – Proof of Concept (PoC)</a:t>
            </a:r>
          </a:p>
        </p:txBody>
      </p:sp>
      <p:pic>
        <p:nvPicPr>
          <p:cNvPr id="25" name="Graphic 24" descr="Presentation with pie chart outline">
            <a:extLst>
              <a:ext uri="{FF2B5EF4-FFF2-40B4-BE49-F238E27FC236}">
                <a16:creationId xmlns:a16="http://schemas.microsoft.com/office/drawing/2014/main" id="{99C71A21-21B1-D5A1-FDDE-00105A406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00" y="4645800"/>
            <a:ext cx="612000" cy="612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D21714-95B4-2B58-DF5E-FFDAC4724D3A}"/>
              </a:ext>
            </a:extLst>
          </p:cNvPr>
          <p:cNvSpPr txBox="1"/>
          <p:nvPr/>
        </p:nvSpPr>
        <p:spPr>
          <a:xfrm>
            <a:off x="799112" y="4544781"/>
            <a:ext cx="4957200" cy="1667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/>
            </a:pPr>
            <a:r>
              <a:rPr lang="it-IT" sz="1200" b="1" dirty="0">
                <a:solidFill>
                  <a:srgbClr val="0072BC"/>
                </a:solidFill>
                <a:latin typeface="Arial"/>
              </a:rPr>
              <a:t>Fase 1 – Progettazione Backend e Integrazione delle Fonti</a:t>
            </a:r>
          </a:p>
          <a:p>
            <a:pPr>
              <a:spcAft>
                <a:spcPts val="200"/>
              </a:spcAft>
              <a:defRPr/>
            </a:pPr>
            <a:r>
              <a:rPr lang="it-IT" sz="1100" dirty="0">
                <a:solidFill>
                  <a:srgbClr val="2E404D"/>
                </a:solidFill>
                <a:latin typeface="Arial"/>
              </a:rPr>
              <a:t>Sviluppo iniziale della logica di orchestrazione backend, </a:t>
            </a:r>
            <a:r>
              <a:rPr lang="it-IT" sz="1100" b="1" dirty="0">
                <a:solidFill>
                  <a:srgbClr val="2E404D"/>
                </a:solidFill>
                <a:latin typeface="Arial"/>
              </a:rPr>
              <a:t>senza interfaccia utente</a:t>
            </a:r>
            <a:r>
              <a:rPr lang="it-IT" sz="1100" dirty="0">
                <a:solidFill>
                  <a:srgbClr val="2E404D"/>
                </a:solidFill>
                <a:latin typeface="Arial"/>
              </a:rPr>
              <a:t>, che combina le risposte di FAB One Fiscale e dell’agente UniCredit: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it-IT" sz="1100" dirty="0">
                <a:solidFill>
                  <a:srgbClr val="2E404D"/>
                </a:solidFill>
                <a:latin typeface="Arial"/>
              </a:rPr>
              <a:t>configurazione dell’accesso alle due fonti (FAB One Fiscale e agente UniCredit)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it-IT" sz="1100" dirty="0">
                <a:solidFill>
                  <a:srgbClr val="2E404D"/>
                </a:solidFill>
                <a:latin typeface="Arial"/>
              </a:rPr>
              <a:t>logica di combinazione delle risposte e criteri di soddisfazione del cliente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it-IT" sz="1100" dirty="0">
                <a:solidFill>
                  <a:srgbClr val="2E404D"/>
                </a:solidFill>
                <a:latin typeface="Arial"/>
              </a:rPr>
              <a:t>set di domande di esempio e ambiente di test backend</a:t>
            </a:r>
          </a:p>
          <a:p>
            <a:pPr>
              <a:spcAft>
                <a:spcPts val="0"/>
              </a:spcAft>
              <a:defRPr/>
            </a:pPr>
            <a:r>
              <a:rPr lang="it-IT" sz="1100" b="1" dirty="0">
                <a:solidFill>
                  <a:srgbClr val="2E404D"/>
                </a:solidFill>
                <a:latin typeface="Arial"/>
              </a:rPr>
              <a:t>Output</a:t>
            </a:r>
            <a:r>
              <a:rPr lang="it-IT" sz="1100" dirty="0">
                <a:solidFill>
                  <a:srgbClr val="2E404D"/>
                </a:solidFill>
                <a:latin typeface="Arial"/>
              </a:rPr>
              <a:t>: motore backend che genera risposte combinate al set di domande di test.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57B71-B0AA-254F-827A-646ACDD6B324}"/>
              </a:ext>
            </a:extLst>
          </p:cNvPr>
          <p:cNvSpPr txBox="1"/>
          <p:nvPr/>
        </p:nvSpPr>
        <p:spPr>
          <a:xfrm>
            <a:off x="6669515" y="3279586"/>
            <a:ext cx="5177428" cy="187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SzPct val="100000"/>
            </a:pPr>
            <a:r>
              <a:rPr lang="en-US" sz="1200" b="1" i="0" u="none" strike="noStrike" noProof="0">
                <a:solidFill>
                  <a:schemeClr val="bg2"/>
                </a:solidFill>
                <a:latin typeface="+mn-lt"/>
              </a:rPr>
              <a:t>Fase 2 – Test delle Risposte Combinate e Misurazione della Soddisfazione</a:t>
            </a:r>
          </a:p>
          <a:p>
            <a:pPr marL="112712">
              <a:spcAft>
                <a:spcPts val="300"/>
              </a:spcAft>
              <a:buSzPct val="100000"/>
              <a:defRPr/>
            </a:pPr>
            <a:r>
              <a:rPr lang="it-IT" sz="1100">
                <a:solidFill>
                  <a:srgbClr val="2E404D"/>
                </a:solidFill>
                <a:latin typeface="Arial"/>
              </a:rPr>
              <a:t>A seguito di esito positivo della Fase 1, esecuzione </a:t>
            </a:r>
            <a:r>
              <a:rPr lang="it-IT" sz="1100" b="1">
                <a:solidFill>
                  <a:srgbClr val="2E404D"/>
                </a:solidFill>
                <a:latin typeface="Arial"/>
              </a:rPr>
              <a:t>interamente backend</a:t>
            </a:r>
            <a:r>
              <a:rPr lang="it-IT" sz="1100">
                <a:solidFill>
                  <a:srgbClr val="2E404D"/>
                </a:solidFill>
                <a:latin typeface="Arial"/>
              </a:rPr>
              <a:t> del set di domande di esempio, con generazione di risposte combinate da FAB One Fiscale e dall’agente UniCredit. Questa fase consente di:</a:t>
            </a:r>
          </a:p>
          <a:p>
            <a:pPr marL="284162" indent="-171450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it-IT" sz="1100">
                <a:solidFill>
                  <a:srgbClr val="2E404D"/>
                </a:solidFill>
                <a:latin typeface="Arial"/>
              </a:rPr>
              <a:t>validare la coerenza e l’accuratezza delle risposte combinate</a:t>
            </a:r>
          </a:p>
          <a:p>
            <a:pPr marL="284162" indent="-171450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it-IT" sz="1100">
                <a:solidFill>
                  <a:srgbClr val="2E404D"/>
                </a:solidFill>
                <a:latin typeface="Arial"/>
              </a:rPr>
              <a:t>misurare il grado di soddisfazione del cliente rispetto ai risultati ottenuti</a:t>
            </a:r>
          </a:p>
          <a:p>
            <a:pPr marL="284162" indent="-171450">
              <a:spcAft>
                <a:spcPts val="3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it-IT" sz="1100">
                <a:solidFill>
                  <a:srgbClr val="2E404D"/>
                </a:solidFill>
                <a:latin typeface="Arial"/>
              </a:rPr>
              <a:t>raccogliere elementi oggettivi a supporto della decisione di adozione</a:t>
            </a:r>
          </a:p>
          <a:p>
            <a:pPr marL="112712">
              <a:spcAft>
                <a:spcPts val="300"/>
              </a:spcAft>
              <a:buSzPct val="100000"/>
              <a:defRPr/>
            </a:pPr>
            <a:r>
              <a:rPr lang="it-IT" sz="1100" b="1" noProof="0">
                <a:solidFill>
                  <a:srgbClr val="2E404D"/>
                </a:solidFill>
                <a:latin typeface="Arial"/>
                <a:ea typeface="+mn-lt"/>
                <a:cs typeface="Arial"/>
              </a:rPr>
              <a:t>Output</a:t>
            </a:r>
            <a:r>
              <a:rPr lang="it-IT" sz="1100" noProof="0">
                <a:solidFill>
                  <a:srgbClr val="2E404D"/>
                </a:solidFill>
                <a:latin typeface="Arial"/>
                <a:ea typeface="+mn-lt"/>
                <a:cs typeface="Arial"/>
              </a:rPr>
              <a:t>: report di valutazione backend con il grado di soddisfazione del cliente sulle risposte combinate generate.</a:t>
            </a:r>
            <a:endParaRPr lang="en-US" sz="1100" noProof="0">
              <a:solidFill>
                <a:schemeClr val="tx2"/>
              </a:solidFill>
              <a:latin typeface="Arial"/>
              <a:ea typeface="+mn-lt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EB5E3-6812-48AA-AFE2-62E1A13A3699}"/>
              </a:ext>
            </a:extLst>
          </p:cNvPr>
          <p:cNvSpPr txBox="1"/>
          <p:nvPr/>
        </p:nvSpPr>
        <p:spPr>
          <a:xfrm>
            <a:off x="6669515" y="5262212"/>
            <a:ext cx="5177428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SzPct val="100000"/>
            </a:pPr>
            <a:r>
              <a:rPr lang="en-US" sz="1400" b="1" i="0" u="none" strike="noStrike" noProof="0" dirty="0" err="1">
                <a:solidFill>
                  <a:schemeClr val="bg2"/>
                </a:solidFill>
                <a:latin typeface="+mn-lt"/>
              </a:rPr>
              <a:t>Durata</a:t>
            </a:r>
            <a:r>
              <a:rPr lang="en-US" sz="1400" b="1" i="0" u="none" strike="noStrike" noProof="0" dirty="0">
                <a:solidFill>
                  <a:schemeClr val="bg2"/>
                </a:solidFill>
                <a:latin typeface="+mn-lt"/>
              </a:rPr>
              <a:t> &amp; Investimento</a:t>
            </a:r>
          </a:p>
          <a:p>
            <a:pPr marL="231775" indent="-119063">
              <a:spcAft>
                <a:spcPts val="300"/>
              </a:spcAft>
              <a:buSzPct val="100000"/>
              <a:buFont typeface="Arial"/>
              <a:buChar char="•"/>
              <a:defRPr/>
            </a:pPr>
            <a:r>
              <a:rPr lang="en-GB" sz="1200" dirty="0" err="1">
                <a:solidFill>
                  <a:srgbClr val="2E404D"/>
                </a:solidFill>
              </a:rPr>
              <a:t>Durata</a:t>
            </a:r>
            <a:r>
              <a:rPr lang="en-GB" sz="1200" dirty="0">
                <a:solidFill>
                  <a:srgbClr val="2E404D"/>
                </a:solidFill>
              </a:rPr>
              <a:t> </a:t>
            </a:r>
            <a:r>
              <a:rPr lang="en-GB" sz="1200" dirty="0" err="1">
                <a:solidFill>
                  <a:srgbClr val="2E404D"/>
                </a:solidFill>
              </a:rPr>
              <a:t>complessiva</a:t>
            </a:r>
            <a:r>
              <a:rPr lang="en-GB" sz="1200" dirty="0">
                <a:solidFill>
                  <a:srgbClr val="2E404D"/>
                </a:solidFill>
              </a:rPr>
              <a:t>: </a:t>
            </a:r>
            <a:r>
              <a:rPr lang="en-GB" sz="1200" b="1" dirty="0">
                <a:solidFill>
                  <a:srgbClr val="2E404D"/>
                </a:solidFill>
              </a:rPr>
              <a:t>8 </a:t>
            </a:r>
            <a:r>
              <a:rPr lang="en-GB" sz="1200" b="1" dirty="0" err="1">
                <a:solidFill>
                  <a:srgbClr val="2E404D"/>
                </a:solidFill>
              </a:rPr>
              <a:t>Settimane</a:t>
            </a:r>
            <a:endParaRPr lang="en-GB" sz="1200" b="1" dirty="0">
              <a:solidFill>
                <a:srgbClr val="2E404D"/>
              </a:solidFill>
            </a:endParaRPr>
          </a:p>
          <a:p>
            <a:pPr marL="231775" indent="-119063">
              <a:spcAft>
                <a:spcPts val="300"/>
              </a:spcAft>
              <a:buSzPct val="100000"/>
              <a:buFont typeface="Arial"/>
              <a:buChar char="•"/>
              <a:defRPr/>
            </a:pPr>
            <a:r>
              <a:rPr lang="en-GB" sz="1200" noProof="0" dirty="0">
                <a:solidFill>
                  <a:srgbClr val="2E404D"/>
                </a:solidFill>
                <a:ea typeface="+mn-lt"/>
                <a:cs typeface="Arial"/>
              </a:rPr>
              <a:t>Costo </a:t>
            </a:r>
            <a:r>
              <a:rPr lang="en-GB" sz="1200" noProof="0" dirty="0" err="1">
                <a:solidFill>
                  <a:srgbClr val="2E404D"/>
                </a:solidFill>
                <a:ea typeface="+mn-lt"/>
                <a:cs typeface="Arial"/>
              </a:rPr>
              <a:t>totale</a:t>
            </a:r>
            <a:r>
              <a:rPr lang="en-GB" sz="1200" noProof="0" dirty="0">
                <a:solidFill>
                  <a:srgbClr val="2E404D"/>
                </a:solidFill>
                <a:ea typeface="+mn-lt"/>
                <a:cs typeface="Arial"/>
              </a:rPr>
              <a:t> PoC</a:t>
            </a:r>
            <a:r>
              <a:rPr lang="en-GB" sz="1200" b="1" noProof="0" dirty="0">
                <a:solidFill>
                  <a:srgbClr val="2E404D"/>
                </a:solidFill>
                <a:ea typeface="+mn-lt"/>
                <a:cs typeface="Arial"/>
              </a:rPr>
              <a:t>: </a:t>
            </a:r>
            <a:r>
              <a:rPr lang="en-GB" sz="1200" b="1" dirty="0">
                <a:solidFill>
                  <a:srgbClr val="2E404D"/>
                </a:solidFill>
              </a:rPr>
              <a:t>€20.000</a:t>
            </a:r>
            <a:endParaRPr lang="en-US" sz="1200" b="1" noProof="0" dirty="0">
              <a:solidFill>
                <a:schemeClr val="tx2"/>
              </a:solidFill>
              <a:ea typeface="+mn-lt"/>
              <a:cs typeface="Arial"/>
            </a:endParaRPr>
          </a:p>
        </p:txBody>
      </p:sp>
      <p:pic>
        <p:nvPicPr>
          <p:cNvPr id="12" name="Graphic 11" descr="List outline">
            <a:extLst>
              <a:ext uri="{FF2B5EF4-FFF2-40B4-BE49-F238E27FC236}">
                <a16:creationId xmlns:a16="http://schemas.microsoft.com/office/drawing/2014/main" id="{2B38EA47-1952-8769-7795-6C5F98B38A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00" y="3397370"/>
            <a:ext cx="612000" cy="612000"/>
          </a:xfrm>
          <a:prstGeom prst="rect">
            <a:avLst/>
          </a:prstGeom>
        </p:spPr>
      </p:pic>
      <p:pic>
        <p:nvPicPr>
          <p:cNvPr id="14" name="Graphic 13" descr="Brain in head outline">
            <a:extLst>
              <a:ext uri="{FF2B5EF4-FFF2-40B4-BE49-F238E27FC236}">
                <a16:creationId xmlns:a16="http://schemas.microsoft.com/office/drawing/2014/main" id="{A387786C-D998-9297-9A5C-7BBD8EA111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68424" y="3355950"/>
            <a:ext cx="684000" cy="684000"/>
          </a:xfrm>
          <a:prstGeom prst="rect">
            <a:avLst/>
          </a:prstGeom>
        </p:spPr>
      </p:pic>
      <p:pic>
        <p:nvPicPr>
          <p:cNvPr id="24" name="Graphic 23" descr="Hourglass Finished outline">
            <a:extLst>
              <a:ext uri="{FF2B5EF4-FFF2-40B4-BE49-F238E27FC236}">
                <a16:creationId xmlns:a16="http://schemas.microsoft.com/office/drawing/2014/main" id="{917F3E00-B8D5-497B-318A-DA77174B2B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6913" y="5345853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5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F8F6-B648-2E87-1B50-472E29B3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45CB73D-6F03-81A2-D84F-86642C53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</p:spPr>
        <p:txBody>
          <a:bodyPr/>
          <a:lstStyle/>
          <a:p>
            <a:r>
              <a:rPr lang="en-US" noProof="0" dirty="0" err="1"/>
              <a:t>Modello</a:t>
            </a:r>
            <a:r>
              <a:rPr lang="en-US" noProof="0" dirty="0"/>
              <a:t> Costi della </a:t>
            </a:r>
            <a:r>
              <a:rPr lang="en-US" noProof="0" dirty="0" err="1"/>
              <a:t>Soluzione</a:t>
            </a:r>
            <a:r>
              <a:rPr lang="en-US" noProof="0" dirty="0"/>
              <a:t> GenAI</a:t>
            </a:r>
          </a:p>
        </p:txBody>
      </p:sp>
      <p:sp>
        <p:nvSpPr>
          <p:cNvPr id="2" name="sub">
            <a:extLst>
              <a:ext uri="{FF2B5EF4-FFF2-40B4-BE49-F238E27FC236}">
                <a16:creationId xmlns:a16="http://schemas.microsoft.com/office/drawing/2014/main" id="{EF52A9BE-B979-4C2F-EF7C-5D64FEB058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it-IT" sz="1600" dirty="0">
                <a:solidFill>
                  <a:srgbClr val="0072BC"/>
                </a:solidFill>
                <a:effectLst/>
                <a:latin typeface="Arial" panose="020B0604020202020204" pitchFamily="34" charset="0"/>
              </a:rPr>
              <a:t>Stima indicativa di alto livello basate sull’assunzione di u</a:t>
            </a:r>
            <a:r>
              <a:rPr lang="it-IT" sz="1600" dirty="0">
                <a:solidFill>
                  <a:srgbClr val="0072BC"/>
                </a:solidFill>
              </a:rPr>
              <a:t>n agente Unicredit </a:t>
            </a:r>
            <a:r>
              <a:rPr lang="it-IT" sz="1600" dirty="0" err="1">
                <a:solidFill>
                  <a:srgbClr val="0072BC"/>
                </a:solidFill>
              </a:rPr>
              <a:t>giá</a:t>
            </a:r>
            <a:r>
              <a:rPr lang="it-IT" sz="1600" dirty="0">
                <a:solidFill>
                  <a:srgbClr val="0072BC"/>
                </a:solidFill>
              </a:rPr>
              <a:t> disponibile</a:t>
            </a:r>
            <a:endParaRPr lang="en-US" sz="1200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19EF0-F3E6-3428-515A-A18307BC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February 2026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ED3A9-8272-4477-CDE6-B5C510C90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© 2026 NTT DATA, Inc.</a:t>
            </a:r>
          </a:p>
        </p:txBody>
      </p:sp>
      <p:sp>
        <p:nvSpPr>
          <p:cNvPr id="20" name="d1">
            <a:extLst>
              <a:ext uri="{FF2B5EF4-FFF2-40B4-BE49-F238E27FC236}">
                <a16:creationId xmlns:a16="http://schemas.microsoft.com/office/drawing/2014/main" id="{1F077152-1CDD-BBE3-0838-CA382660A39A}"/>
              </a:ext>
            </a:extLst>
          </p:cNvPr>
          <p:cNvSpPr>
            <a:spLocks/>
          </p:cNvSpPr>
          <p:nvPr/>
        </p:nvSpPr>
        <p:spPr>
          <a:xfrm>
            <a:off x="508000" y="1905000"/>
            <a:ext cx="5435600" cy="1968500"/>
          </a:xfrm>
          <a:prstGeom prst="roundRect">
            <a:avLst/>
          </a:prstGeom>
          <a:solidFill>
            <a:schemeClr val="bg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0" tIns="72000" rIns="108000" bIns="72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schemeClr val="tx1"/>
                </a:solidFill>
              </a:rPr>
              <a:t>Costo </a:t>
            </a:r>
            <a:r>
              <a:rPr lang="en-US" sz="1800" b="1" dirty="0" err="1">
                <a:solidFill>
                  <a:schemeClr val="tx1"/>
                </a:solidFill>
              </a:rPr>
              <a:t>Iniziale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Sviluppo</a:t>
            </a:r>
            <a:r>
              <a:rPr lang="en-US" sz="1800" b="1" dirty="0">
                <a:solidFill>
                  <a:schemeClr val="tx1"/>
                </a:solidFill>
              </a:rPr>
              <a:t> TAX</a:t>
            </a:r>
          </a:p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Arial"/>
              </a:rPr>
              <a:t>€90.000 - </a:t>
            </a:r>
            <a:r>
              <a:rPr lang="en-US" sz="2400" b="1" dirty="0">
                <a:solidFill>
                  <a:schemeClr val="tx1"/>
                </a:solidFill>
              </a:rPr>
              <a:t>€</a:t>
            </a:r>
            <a:r>
              <a:rPr lang="en-US" sz="2400" b="1" dirty="0">
                <a:solidFill>
                  <a:schemeClr val="tx1"/>
                </a:solidFill>
                <a:latin typeface="Arial"/>
              </a:rPr>
              <a:t>110.000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B7C70-4195-7B95-3343-B1F63F7CA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noProof="0" smtClean="0"/>
              <a:pPr algn="ctr"/>
              <a:t>7</a:t>
            </a:fld>
            <a:endParaRPr lang="en-US" noProof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F635B2-E46A-115D-579A-EFE1C9BC90E4}"/>
              </a:ext>
            </a:extLst>
          </p:cNvPr>
          <p:cNvGrpSpPr/>
          <p:nvPr/>
        </p:nvGrpSpPr>
        <p:grpSpPr>
          <a:xfrm>
            <a:off x="285369" y="2532253"/>
            <a:ext cx="714050" cy="714049"/>
            <a:chOff x="8006111" y="2551993"/>
            <a:chExt cx="714050" cy="714049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A639467-2B0E-7FFC-6AB1-47BF63052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gray">
            <a:xfrm>
              <a:off x="8006111" y="2551993"/>
              <a:ext cx="714050" cy="714049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 descr="Bank outline">
              <a:extLst>
                <a:ext uri="{FF2B5EF4-FFF2-40B4-BE49-F238E27FC236}">
                  <a16:creationId xmlns:a16="http://schemas.microsoft.com/office/drawing/2014/main" id="{328FB67F-7CE0-AFD2-6F93-E17671A23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56764" y="2569875"/>
              <a:ext cx="612744" cy="612744"/>
            </a:xfrm>
            <a:prstGeom prst="rect">
              <a:avLst/>
            </a:prstGeom>
          </p:spPr>
        </p:pic>
      </p:grpSp>
      <p:pic>
        <p:nvPicPr>
          <p:cNvPr id="36" name="Graphic 35" descr="Scales of justice outline">
            <a:extLst>
              <a:ext uri="{FF2B5EF4-FFF2-40B4-BE49-F238E27FC236}">
                <a16:creationId xmlns:a16="http://schemas.microsoft.com/office/drawing/2014/main" id="{DDE59D1F-7D5E-FB72-0FF3-CAC08AE415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666" y="5005705"/>
            <a:ext cx="540000" cy="540000"/>
          </a:xfrm>
          <a:prstGeom prst="rect">
            <a:avLst/>
          </a:prstGeom>
        </p:spPr>
      </p:pic>
      <p:pic>
        <p:nvPicPr>
          <p:cNvPr id="34" name="Graphic 31" descr="Scales of justice outline">
            <a:extLst>
              <a:ext uri="{FF2B5EF4-FFF2-40B4-BE49-F238E27FC236}">
                <a16:creationId xmlns:a16="http://schemas.microsoft.com/office/drawing/2014/main" id="{580BE8CB-87F5-D2F2-6F93-2E06026CA5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8265" y="4751705"/>
            <a:ext cx="540000" cy="540000"/>
          </a:xfrm>
          <a:prstGeom prst="rect">
            <a:avLst/>
          </a:prstGeom>
        </p:spPr>
      </p:pic>
      <p:sp>
        <p:nvSpPr>
          <p:cNvPr id="40" name="b3">
            <a:extLst>
              <a:ext uri="{FF2B5EF4-FFF2-40B4-BE49-F238E27FC236}">
                <a16:creationId xmlns:a16="http://schemas.microsoft.com/office/drawing/2014/main" id="{522B32D0-D71C-CFCD-2306-082265838753}"/>
              </a:ext>
            </a:extLst>
          </p:cNvPr>
          <p:cNvSpPr>
            <a:spLocks/>
          </p:cNvSpPr>
          <p:nvPr/>
        </p:nvSpPr>
        <p:spPr>
          <a:xfrm>
            <a:off x="508000" y="4178300"/>
            <a:ext cx="5435600" cy="1968500"/>
          </a:xfrm>
          <a:prstGeom prst="roundRect">
            <a:avLst/>
          </a:prstGeom>
          <a:solidFill>
            <a:schemeClr val="bg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0" tIns="72000" rIns="108000" bIns="72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schemeClr val="tx1"/>
                </a:solidFill>
              </a:rPr>
              <a:t>Costo di </a:t>
            </a:r>
            <a:r>
              <a:rPr lang="en-US" sz="1800" b="1" dirty="0" err="1">
                <a:solidFill>
                  <a:schemeClr val="tx1"/>
                </a:solidFill>
              </a:rPr>
              <a:t>Manutenzione</a:t>
            </a:r>
            <a:endParaRPr lang="en-US" sz="1800" b="1" dirty="0">
              <a:solidFill>
                <a:schemeClr val="tx1"/>
              </a:solidFill>
            </a:endParaRPr>
          </a:p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</a:rPr>
              <a:t>€10.000/anno</a:t>
            </a:r>
          </a:p>
        </p:txBody>
      </p:sp>
      <p:sp>
        <p:nvSpPr>
          <p:cNvPr id="61" name="b3">
            <a:extLst>
              <a:ext uri="{FF2B5EF4-FFF2-40B4-BE49-F238E27FC236}">
                <a16:creationId xmlns:a16="http://schemas.microsoft.com/office/drawing/2014/main" id="{E207B7F1-04DF-05D3-3AEB-62FFAFD5864E}"/>
              </a:ext>
            </a:extLst>
          </p:cNvPr>
          <p:cNvSpPr>
            <a:spLocks/>
          </p:cNvSpPr>
          <p:nvPr/>
        </p:nvSpPr>
        <p:spPr>
          <a:xfrm>
            <a:off x="6248400" y="4178300"/>
            <a:ext cx="5435600" cy="1968500"/>
          </a:xfrm>
          <a:prstGeom prst="roundRect">
            <a:avLst/>
          </a:prstGeom>
          <a:solidFill>
            <a:schemeClr val="bg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0" tIns="72000" rIns="108000" bIns="72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schemeClr val="tx1"/>
                </a:solidFill>
              </a:rPr>
              <a:t>Costo Workspace FAB </a:t>
            </a:r>
            <a:r>
              <a:rPr lang="en-US" sz="1800" b="1" dirty="0" err="1">
                <a:solidFill>
                  <a:schemeClr val="tx1"/>
                </a:solidFill>
              </a:rPr>
              <a:t>Dedicata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200 €/mese +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br>
              <a:rPr lang="en-US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Quota </a:t>
            </a:r>
            <a:r>
              <a:rPr lang="en-US" sz="1800" b="1" dirty="0" err="1">
                <a:solidFill>
                  <a:schemeClr val="tx1"/>
                </a:solidFill>
              </a:rPr>
              <a:t>variabile</a:t>
            </a:r>
            <a:r>
              <a:rPr lang="en-US" sz="1800" b="1" dirty="0">
                <a:solidFill>
                  <a:schemeClr val="tx1"/>
                </a:solidFill>
              </a:rPr>
              <a:t> in </a:t>
            </a:r>
            <a:r>
              <a:rPr lang="en-US" sz="1800" b="1" dirty="0" err="1">
                <a:solidFill>
                  <a:schemeClr val="tx1"/>
                </a:solidFill>
              </a:rPr>
              <a:t>funzione</a:t>
            </a:r>
            <a:r>
              <a:rPr lang="en-US" sz="1800" b="1" dirty="0">
                <a:solidFill>
                  <a:schemeClr val="tx1"/>
                </a:solidFill>
              </a:rPr>
              <a:t> di </a:t>
            </a:r>
            <a:r>
              <a:rPr lang="en-US" sz="1800" b="1" dirty="0" err="1">
                <a:solidFill>
                  <a:schemeClr val="tx1"/>
                </a:solidFill>
              </a:rPr>
              <a:t>utilizzo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utente</a:t>
            </a:r>
            <a:endParaRPr lang="en-US" sz="1800" b="1" dirty="0">
              <a:solidFill>
                <a:schemeClr val="tx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55E2FE1-8D93-2539-238B-35270F90EA2E}"/>
              </a:ext>
            </a:extLst>
          </p:cNvPr>
          <p:cNvGrpSpPr/>
          <p:nvPr/>
        </p:nvGrpSpPr>
        <p:grpSpPr>
          <a:xfrm>
            <a:off x="6040247" y="4805553"/>
            <a:ext cx="714050" cy="714049"/>
            <a:chOff x="8003555" y="5023084"/>
            <a:chExt cx="714050" cy="714049"/>
          </a:xfrm>
        </p:grpSpPr>
        <p:sp>
          <p:nvSpPr>
            <p:cNvPr id="63" name="Oval 38">
              <a:extLst>
                <a:ext uri="{FF2B5EF4-FFF2-40B4-BE49-F238E27FC236}">
                  <a16:creationId xmlns:a16="http://schemas.microsoft.com/office/drawing/2014/main" id="{B85C5725-5DEB-66B3-701E-C8FEB79E3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gray">
            <a:xfrm>
              <a:off x="8003555" y="5023084"/>
              <a:ext cx="714050" cy="714049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4" name="Graphic 37" descr="Scales of justice outline">
              <a:extLst>
                <a:ext uri="{FF2B5EF4-FFF2-40B4-BE49-F238E27FC236}">
                  <a16:creationId xmlns:a16="http://schemas.microsoft.com/office/drawing/2014/main" id="{9AD36912-4D1C-AEB1-2086-281C371BC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90580" y="5097168"/>
              <a:ext cx="540000" cy="540000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A670D97-6403-9A13-0D5F-9FA145772697}"/>
              </a:ext>
            </a:extLst>
          </p:cNvPr>
          <p:cNvGrpSpPr/>
          <p:nvPr/>
        </p:nvGrpSpPr>
        <p:grpSpPr>
          <a:xfrm>
            <a:off x="310134" y="4243578"/>
            <a:ext cx="714050" cy="714049"/>
            <a:chOff x="381000" y="3797482"/>
            <a:chExt cx="714050" cy="71404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F4393CC-AE13-5378-D5CE-E57D00818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gray">
            <a:xfrm>
              <a:off x="381000" y="3797482"/>
              <a:ext cx="714050" cy="714049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70" name="Graphic 69" descr="Tools outline">
              <a:extLst>
                <a:ext uri="{FF2B5EF4-FFF2-40B4-BE49-F238E27FC236}">
                  <a16:creationId xmlns:a16="http://schemas.microsoft.com/office/drawing/2014/main" id="{8C18C7FE-66A4-E520-DDAE-1703C78CE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8025" y="3884506"/>
              <a:ext cx="540000" cy="540000"/>
            </a:xfrm>
            <a:prstGeom prst="rect">
              <a:avLst/>
            </a:prstGeom>
          </p:spPr>
        </p:pic>
      </p:grpSp>
      <p:sp>
        <p:nvSpPr>
          <p:cNvPr id="85" name="a2">
            <a:extLst>
              <a:ext uri="{FF2B5EF4-FFF2-40B4-BE49-F238E27FC236}">
                <a16:creationId xmlns:a16="http://schemas.microsoft.com/office/drawing/2014/main" id="{D479C0AF-4109-3BA4-ACE4-AC3331F91BBE}"/>
              </a:ext>
            </a:extLst>
          </p:cNvPr>
          <p:cNvSpPr>
            <a:spLocks/>
          </p:cNvSpPr>
          <p:nvPr/>
        </p:nvSpPr>
        <p:spPr>
          <a:xfrm>
            <a:off x="6248400" y="1905000"/>
            <a:ext cx="5435600" cy="1968500"/>
          </a:xfrm>
          <a:prstGeom prst="roundRect">
            <a:avLst/>
          </a:prstGeom>
          <a:solidFill>
            <a:srgbClr val="006B3C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0" tIns="72000" rIns="108000" bIns="72000" rtlCol="0"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Costo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Iniziale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Sviluppo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Legal</a:t>
            </a:r>
          </a:p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</a:rPr>
              <a:t>€10.000 - €12.000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F8AB1D5-A4C9-D636-FEA5-3B85E4A356FB}"/>
              </a:ext>
            </a:extLst>
          </p:cNvPr>
          <p:cNvGrpSpPr/>
          <p:nvPr/>
        </p:nvGrpSpPr>
        <p:grpSpPr>
          <a:xfrm>
            <a:off x="6041517" y="2532253"/>
            <a:ext cx="714050" cy="714049"/>
            <a:chOff x="381000" y="3383745"/>
            <a:chExt cx="714050" cy="714049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C01EDE6-931F-1B23-7694-5EB696105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gray">
            <a:xfrm>
              <a:off x="381000" y="3383745"/>
              <a:ext cx="714050" cy="71404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8" name="Graphic 87" descr="List outline">
              <a:extLst>
                <a:ext uri="{FF2B5EF4-FFF2-40B4-BE49-F238E27FC236}">
                  <a16:creationId xmlns:a16="http://schemas.microsoft.com/office/drawing/2014/main" id="{74720988-FD7E-432A-6E62-245B8B1F4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8397" y="3452769"/>
              <a:ext cx="576000" cy="57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145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8FA6-D867-9C61-5D9F-3D5003D68F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06183"/>
            <a:ext cx="10515600" cy="106183"/>
          </a:xfrm>
          <a:prstGeom prst="rect">
            <a:avLst/>
          </a:prstGeom>
        </p:spPr>
        <p:txBody>
          <a:bodyPr anchor="b">
            <a:spAutoFit/>
          </a:bodyPr>
          <a:lstStyle/>
          <a:p>
            <a:r>
              <a:rPr lang="en-US" sz="100" noProof="0"/>
              <a:t>End page</a:t>
            </a:r>
          </a:p>
        </p:txBody>
      </p:sp>
    </p:spTree>
    <p:extLst>
      <p:ext uri="{BB962C8B-B14F-4D97-AF65-F5344CB8AC3E}">
        <p14:creationId xmlns:p14="http://schemas.microsoft.com/office/powerpoint/2010/main" val="79037797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7192D6A3-1225-40F5-AF57-6D44B1DCB40E}"/>
    </a:ext>
  </a:extLst>
</a:theme>
</file>

<file path=ppt/theme/theme2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18C1C4CD-636E-4D41-A29D-192E2144D95A}"/>
    </a:ext>
  </a:extLst>
</a:theme>
</file>

<file path=ppt/theme/theme3.xml><?xml version="1.0" encoding="utf-8"?>
<a:theme xmlns:a="http://schemas.openxmlformats.org/drawingml/2006/main" name="Light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432C8FCC-76F6-416D-878C-30B444432764}"/>
    </a:ext>
  </a:extLst>
</a:theme>
</file>

<file path=ppt/theme/theme4.xml><?xml version="1.0" encoding="utf-8"?>
<a:theme xmlns:a="http://schemas.openxmlformats.org/drawingml/2006/main" name="Light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76BA7F9E-A6A7-4274-924E-C4D83A7D7BA4}"/>
    </a:ext>
  </a:extLst>
</a:theme>
</file>

<file path=ppt/theme/theme5.xml><?xml version="1.0" encoding="utf-8"?>
<a:theme xmlns:a="http://schemas.openxmlformats.org/drawingml/2006/main" name="1_Back Covers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rnd">
          <a:solidFill>
            <a:schemeClr val="tx1">
              <a:lumMod val="50000"/>
            </a:schemeClr>
          </a:solidFill>
          <a:round/>
        </a:ln>
      </a:spPr>
      <a:bodyPr rtlCol="0" anchor="ctr"/>
      <a:lstStyle>
        <a:defPPr algn="ctr">
          <a:defRPr sz="1800"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CEB87044-74FE-474F-A631-D68BA8EE0A4C}"/>
    </a:ext>
  </a:extLst>
</a:theme>
</file>

<file path=ppt/theme/theme6.xml><?xml version="1.0" encoding="utf-8"?>
<a:theme xmlns:a="http://schemas.openxmlformats.org/drawingml/2006/main" name="1_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18C1C4CD-636E-4D41-A29D-192E2144D95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D11DEA-153F-44F0-9AE9-2DDD60AC32F7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6ab99508-049d-47af-ae6f-c6d0631fa20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d29ea8-5e12-4c1d-b57f-8ae13a0788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07DAC9CC306A43B0EEB8DE80339185" ma:contentTypeVersion="10" ma:contentTypeDescription="Create a new document." ma:contentTypeScope="" ma:versionID="e13820e62a67a6ab11a7e72533a671b6">
  <xsd:schema xmlns:xsd="http://www.w3.org/2001/XMLSchema" xmlns:xs="http://www.w3.org/2001/XMLSchema" xmlns:p="http://schemas.microsoft.com/office/2006/metadata/properties" xmlns:ns2="43d29ea8-5e12-4c1d-b57f-8ae13a0788f8" targetNamespace="http://schemas.microsoft.com/office/2006/metadata/properties" ma:root="true" ma:fieldsID="c1f83d0835f26e552975c7b2333498ec" ns2:_="">
    <xsd:import namespace="43d29ea8-5e12-4c1d-b57f-8ae13a0788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29ea8-5e12-4c1d-b57f-8ae13a0788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881030-3065-4398-A86F-D475B50CD5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FFB92-0B66-4B19-8B52-37427F84575C}">
  <ds:schemaRefs>
    <ds:schemaRef ds:uri="43d29ea8-5e12-4c1d-b57f-8ae13a0788f8"/>
    <ds:schemaRef ds:uri="e8cafdd4-4528-4476-ab16-00a5750ab81c"/>
    <ds:schemaRef ds:uri="f9e5c6ed-a414-487d-8643-813a0aafc4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13D2197-B98F-43AF-B5B8-F29623158C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d29ea8-5e12-4c1d-b57f-8ae13a078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NTT DATA_Inc_PowerPoint_Template</Template>
  <TotalTime>0</TotalTime>
  <Words>1076</Words>
  <Application>Microsoft Office PowerPoint</Application>
  <PresentationFormat>Widescreen</PresentationFormat>
  <Paragraphs>99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Calibri</vt:lpstr>
      <vt:lpstr>Georgia</vt:lpstr>
      <vt:lpstr>Roboto</vt:lpstr>
      <vt:lpstr>Wingdings</vt:lpstr>
      <vt:lpstr>Light Covers - Partial Images</vt:lpstr>
      <vt:lpstr>Light Body Slides</vt:lpstr>
      <vt:lpstr>Light Dividers</vt:lpstr>
      <vt:lpstr>Light Blank Slides</vt:lpstr>
      <vt:lpstr>1_Back Covers</vt:lpstr>
      <vt:lpstr>1_Light Body Slides</vt:lpstr>
      <vt:lpstr>Conversational AI Assistant  UniCredit – Wolters Kluwer</vt:lpstr>
      <vt:lpstr>Contesto e Sfida</vt:lpstr>
      <vt:lpstr>AI Assistant: Obiettivo &amp; Funzionamento</vt:lpstr>
      <vt:lpstr>Soluzione Propost – Assistente basato interamente in ambiente Unicredit</vt:lpstr>
      <vt:lpstr>Autorizzazione e verifica dell’identitá</vt:lpstr>
      <vt:lpstr>Proposta di Approccio – Proof of Concept (PoC)</vt:lpstr>
      <vt:lpstr>Modello Costi della Soluzione GenAI</vt:lpstr>
      <vt:lpstr>End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 DATA, Inc. Corporate Overview</dc:title>
  <dc:subject>NTT DATA, Inc. Corporate Overview Presentation</dc:subject>
  <dc:creator>NTT DATA, Inc. Marketing</dc:creator>
  <cp:keywords>NTT DATA, Inc.;PowerPoint Template</cp:keywords>
  <dc:description>July 2025 Update</dc:description>
  <cp:lastModifiedBy>FRANCESCO MUSMANNO</cp:lastModifiedBy>
  <cp:revision>1</cp:revision>
  <dcterms:created xsi:type="dcterms:W3CDTF">2024-11-25T12:27:17Z</dcterms:created>
  <dcterms:modified xsi:type="dcterms:W3CDTF">2026-07-03T10:52:59Z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0x0101005D07DAC9CC306A43B0EEB8DE80339185</vt:lpwstr>
  </property>
  <property fmtid="{D5CDD505-2E9C-101B-9397-08002B2CF9AE}" pid="3" name="MSIP_Label_4637e5cc-ed1f-4ad6-a881-35c0f1c6f3d8_Enabled">
    <vt:lpwstr>true</vt:lpwstr>
  </property>
  <property fmtid="{D5CDD505-2E9C-101B-9397-08002B2CF9AE}" pid="4" name="MSIP_Label_4637e5cc-ed1f-4ad6-a881-35c0f1c6f3d8_SetDate">
    <vt:lpwstr>2025-02-11T17:29:51Z</vt:lpwstr>
  </property>
  <property fmtid="{D5CDD505-2E9C-101B-9397-08002B2CF9AE}" pid="5" name="MSIP_Label_4637e5cc-ed1f-4ad6-a881-35c0f1c6f3d8_Method">
    <vt:lpwstr>Standard</vt:lpwstr>
  </property>
  <property fmtid="{D5CDD505-2E9C-101B-9397-08002B2CF9AE}" pid="6" name="MSIP_Label_4637e5cc-ed1f-4ad6-a881-35c0f1c6f3d8_Name">
    <vt:lpwstr>General</vt:lpwstr>
  </property>
  <property fmtid="{D5CDD505-2E9C-101B-9397-08002B2CF9AE}" pid="7" name="MSIP_Label_4637e5cc-ed1f-4ad6-a881-35c0f1c6f3d8_SiteId">
    <vt:lpwstr>e3cf3c98-a978-465f-8254-9d541eeea73c</vt:lpwstr>
  </property>
  <property fmtid="{D5CDD505-2E9C-101B-9397-08002B2CF9AE}" pid="8" name="MSIP_Label_4637e5cc-ed1f-4ad6-a881-35c0f1c6f3d8_ActionId">
    <vt:lpwstr>dba746bd-02fe-4b4d-bc89-8a3bf1054ea7</vt:lpwstr>
  </property>
  <property fmtid="{D5CDD505-2E9C-101B-9397-08002B2CF9AE}" pid="9" name="MSIP_Label_4637e5cc-ed1f-4ad6-a881-35c0f1c6f3d8_ContentBits">
    <vt:lpwstr>2</vt:lpwstr>
  </property>
  <property fmtid="{D5CDD505-2E9C-101B-9397-08002B2CF9AE}" pid="10" name="ClassificationContentMarkingFooterLocations">
    <vt:lpwstr>Light Covers - Partial Images:7\Light Covers - No Image:7\Light Body Slides:8\Light Body Slides - Small Title, Large Subtitle:8\Light Dividers:6\Light Blank Slides:4\Dark Covers - Partial Images:7\Dark Covers - No Image:5\Dark Body Slides:9\Dark Body Slides - Small Title, Large Subtitle:9\Dark Dividers:8\Dark Blank Slides:4\1_Back Covers:3</vt:lpwstr>
  </property>
  <property fmtid="{D5CDD505-2E9C-101B-9397-08002B2CF9AE}" pid="11" name="ClassificationContentMarkingFooterText">
    <vt:lpwstr>Sensitivity Label: General</vt:lpwstr>
  </property>
  <property fmtid="{D5CDD505-2E9C-101B-9397-08002B2CF9AE}" pid="12" name="MediaServiceImageTags">
    <vt:lpwstr/>
  </property>
  <property fmtid="{D5CDD505-2E9C-101B-9397-08002B2CF9AE}" pid="13" name="T2KCategory">
    <vt:lpwstr>3;#Brand|832b67cf-1f4d-4e03-97fa-b9a01cdb780b</vt:lpwstr>
  </property>
  <property fmtid="{D5CDD505-2E9C-101B-9397-08002B2CF9AE}" pid="14" name="TogoLocations">
    <vt:lpwstr/>
  </property>
  <property fmtid="{D5CDD505-2E9C-101B-9397-08002B2CF9AE}" pid="15" name="a01feae194714aa882aedc460c3c0dc2">
    <vt:lpwstr/>
  </property>
  <property fmtid="{D5CDD505-2E9C-101B-9397-08002B2CF9AE}" pid="16" name="TogoDepartments">
    <vt:lpwstr/>
  </property>
  <property fmtid="{D5CDD505-2E9C-101B-9397-08002B2CF9AE}" pid="17" name="TogoDocumentsCategory">
    <vt:lpwstr/>
  </property>
  <property fmtid="{D5CDD505-2E9C-101B-9397-08002B2CF9AE}" pid="18" name="TogoTags">
    <vt:lpwstr/>
  </property>
  <property fmtid="{D5CDD505-2E9C-101B-9397-08002B2CF9AE}" pid="19" name="Order">
    <vt:lpwstr>7755500.00000000</vt:lpwstr>
  </property>
  <property fmtid="{D5CDD505-2E9C-101B-9397-08002B2CF9AE}" pid="20" name="ComplianceAssetId">
    <vt:lpwstr/>
  </property>
  <property fmtid="{D5CDD505-2E9C-101B-9397-08002B2CF9AE}" pid="21" name="_ExtendedDescription">
    <vt:lpwstr/>
  </property>
  <property fmtid="{D5CDD505-2E9C-101B-9397-08002B2CF9AE}" pid="22" name="TriggerFlowInfo">
    <vt:lpwstr/>
  </property>
</Properties>
</file>