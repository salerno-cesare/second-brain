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4.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4239" r:id="rId4"/>
    <p:sldMasterId id="2147484075" r:id="rId5"/>
    <p:sldMasterId id="2147484182" r:id="rId6"/>
    <p:sldMasterId id="2147484229" r:id="rId7"/>
    <p:sldMasterId id="2147484234" r:id="rId8"/>
  </p:sldMasterIdLst>
  <p:notesMasterIdLst>
    <p:notesMasterId r:id="rId19"/>
  </p:notesMasterIdLst>
  <p:handoutMasterIdLst>
    <p:handoutMasterId r:id="rId20"/>
  </p:handoutMasterIdLst>
  <p:sldIdLst>
    <p:sldId id="2147481328" r:id="rId9"/>
    <p:sldId id="2147481420" r:id="rId10"/>
    <p:sldId id="2147481418" r:id="rId11"/>
    <p:sldId id="2147481417" r:id="rId12"/>
    <p:sldId id="2147481406" r:id="rId13"/>
    <p:sldId id="2147481407" r:id="rId14"/>
    <p:sldId id="2147481408" r:id="rId15"/>
    <p:sldId id="2147481409" r:id="rId16"/>
    <p:sldId id="2147481414" r:id="rId17"/>
    <p:sldId id="214748139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A4A3A4"/>
          </p15:clr>
        </p15:guide>
        <p15:guide id="4" pos="74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E5E5E5"/>
    <a:srgbClr val="19A3FC"/>
    <a:srgbClr val="050D24"/>
    <a:srgbClr val="FFFFFF"/>
    <a:srgbClr val="0072BC"/>
    <a:srgbClr val="009AA4"/>
    <a:srgbClr val="007076"/>
    <a:srgbClr val="2E404D"/>
    <a:srgbClr val="E42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E8549A-9BFD-0C4A-8B3A-E9BB6AF7BE4A}" v="17" dt="2026-07-16T12:45:56.39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46"/>
  </p:normalViewPr>
  <p:slideViewPr>
    <p:cSldViewPr snapToGrid="0">
      <p:cViewPr varScale="1">
        <p:scale>
          <a:sx n="104" d="100"/>
          <a:sy n="104" d="100"/>
        </p:scale>
        <p:origin x="824" y="192"/>
      </p:cViewPr>
      <p:guideLst>
        <p:guide orient="horz" pos="2160"/>
        <p:guide pos="3840"/>
        <p:guide pos="240"/>
        <p:guide pos="74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theme" Target="theme/theme1.xml"/><Relationship Id="rId10" Type="http://schemas.openxmlformats.org/officeDocument/2006/relationships/slide" Target="slides/slide2.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5F3CF2-0D2F-62EB-F9FA-5289929439E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Arial" panose="020B0604020202020204" pitchFamily="34" charset="0"/>
            </a:endParaRPr>
          </a:p>
        </p:txBody>
      </p:sp>
      <p:sp>
        <p:nvSpPr>
          <p:cNvPr id="3" name="Date Placeholder 2">
            <a:extLst>
              <a:ext uri="{FF2B5EF4-FFF2-40B4-BE49-F238E27FC236}">
                <a16:creationId xmlns:a16="http://schemas.microsoft.com/office/drawing/2014/main" id="{F75D0CDA-4A74-7373-1A98-BA772C315F9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F8BF9E0-02C4-234E-AF12-F32F5E61E023}" type="datetimeFigureOut">
              <a:rPr lang="en-US" smtClean="0">
                <a:latin typeface="Arial" panose="020B0604020202020204" pitchFamily="34" charset="0"/>
              </a:rPr>
              <a:t>7/16/26</a:t>
            </a:fld>
            <a:endParaRPr lang="en-US">
              <a:latin typeface="Arial" panose="020B0604020202020204" pitchFamily="34" charset="0"/>
            </a:endParaRPr>
          </a:p>
        </p:txBody>
      </p:sp>
      <p:sp>
        <p:nvSpPr>
          <p:cNvPr id="4" name="Footer Placeholder 3">
            <a:extLst>
              <a:ext uri="{FF2B5EF4-FFF2-40B4-BE49-F238E27FC236}">
                <a16:creationId xmlns:a16="http://schemas.microsoft.com/office/drawing/2014/main" id="{80C38906-40BE-6961-6268-E0C407BC82F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Arial" panose="020B0604020202020204" pitchFamily="34" charset="0"/>
            </a:endParaRPr>
          </a:p>
        </p:txBody>
      </p:sp>
      <p:sp>
        <p:nvSpPr>
          <p:cNvPr id="5" name="Slide Number Placeholder 4">
            <a:extLst>
              <a:ext uri="{FF2B5EF4-FFF2-40B4-BE49-F238E27FC236}">
                <a16:creationId xmlns:a16="http://schemas.microsoft.com/office/drawing/2014/main" id="{2D9C8528-A8AA-EDCA-B140-81A4C4FD127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40723CE-3F45-1C4A-8C37-B8E64C81DE38}"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21664606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4BACC3CC-056C-4C7B-97E3-8A853401A333}" type="datetimeFigureOut">
              <a:rPr lang="en-US" smtClean="0"/>
              <a:pPr/>
              <a:t>7/16/26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3ABF52DC-EC59-4DE1-BAC7-23B3848E6B8A}" type="slidenum">
              <a:rPr lang="en-US" smtClean="0"/>
              <a:pPr/>
              <a:t>‹#›</a:t>
            </a:fld>
            <a:endParaRPr lang="en-US"/>
          </a:p>
        </p:txBody>
      </p:sp>
    </p:spTree>
    <p:extLst>
      <p:ext uri="{BB962C8B-B14F-4D97-AF65-F5344CB8AC3E}">
        <p14:creationId xmlns:p14="http://schemas.microsoft.com/office/powerpoint/2010/main" val="19718378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ull Image, Full Innovation Curve">
    <p:spTree>
      <p:nvGrpSpPr>
        <p:cNvPr id="1" name=""/>
        <p:cNvGrpSpPr/>
        <p:nvPr/>
      </p:nvGrpSpPr>
      <p:grpSpPr>
        <a:xfrm>
          <a:off x="0" y="0"/>
          <a:ext cx="0" cy="0"/>
          <a:chOff x="0" y="0"/>
          <a:chExt cx="0" cy="0"/>
        </a:xfrm>
      </p:grpSpPr>
      <p:sp>
        <p:nvSpPr>
          <p:cNvPr id="10" name="Smart Navy SemiTrans Overlay">
            <a:extLst>
              <a:ext uri="{FF2B5EF4-FFF2-40B4-BE49-F238E27FC236}">
                <a16:creationId xmlns:a16="http://schemas.microsoft.com/office/drawing/2014/main" id="{3F234039-F9BC-AAAE-A07E-DCF492696578}"/>
              </a:ext>
            </a:extLst>
          </p:cNvPr>
          <p:cNvSpPr>
            <a:spLocks noGrp="1"/>
          </p:cNvSpPr>
          <p:nvPr>
            <p:ph type="body" sz="quarter" idx="16"/>
          </p:nvPr>
        </p:nvSpPr>
        <p:spPr>
          <a:xfrm>
            <a:off x="0" y="0"/>
            <a:ext cx="12192000" cy="6857999"/>
          </a:xfrm>
          <a:prstGeom prst="rect">
            <a:avLst/>
          </a:prstGeom>
          <a:solidFill>
            <a:srgbClr val="050D24">
              <a:alpha val="57647"/>
            </a:srgbClr>
          </a:solidFill>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Innovation Curve Overlay">
            <a:extLst>
              <a:ext uri="{FF2B5EF4-FFF2-40B4-BE49-F238E27FC236}">
                <a16:creationId xmlns:a16="http://schemas.microsoft.com/office/drawing/2014/main" id="{67EFF21B-9583-6EE9-5F33-149287A6B01C}"/>
              </a:ext>
            </a:extLst>
          </p:cNvPr>
          <p:cNvSpPr>
            <a:spLocks noGrp="1"/>
          </p:cNvSpPr>
          <p:nvPr>
            <p:ph type="body" sz="quarter" idx="17" hasCustomPrompt="1"/>
          </p:nvPr>
        </p:nvSpPr>
        <p:spPr>
          <a:xfrm>
            <a:off x="0" y="0"/>
            <a:ext cx="12192000" cy="6858000"/>
          </a:xfrm>
          <a:prstGeom prst="rect">
            <a:avLst/>
          </a:prstGeom>
          <a:blipFill>
            <a:blip r:embed="rId2" cstate="screen">
              <a:alphaModFix amt="45000"/>
              <a:extLst>
                <a:ext uri="{28A0092B-C50C-407E-A947-70E740481C1C}">
                  <a14:useLocalDpi xmlns:a14="http://schemas.microsoft.com/office/drawing/2010/main"/>
                </a:ext>
              </a:extLst>
            </a:blip>
            <a:stretch>
              <a:fillRect/>
            </a:stretch>
          </a:blipFill>
        </p:spPr>
        <p:txBody>
          <a:bodyPr/>
          <a:lstStyle>
            <a:lvl1pPr>
              <a:defRPr>
                <a:noFill/>
              </a:defRPr>
            </a:lvl1pPr>
          </a:lstStyle>
          <a:p>
            <a:pPr lvl="0"/>
            <a:r>
              <a:rPr lang="en-US"/>
              <a:t> ..</a:t>
            </a:r>
          </a:p>
        </p:txBody>
      </p:sp>
      <p:sp>
        <p:nvSpPr>
          <p:cNvPr id="8" name="Cover Photo Placeholder">
            <a:extLst>
              <a:ext uri="{FF2B5EF4-FFF2-40B4-BE49-F238E27FC236}">
                <a16:creationId xmlns:a16="http://schemas.microsoft.com/office/drawing/2014/main" id="{4B3E92DB-5563-6F86-C3D4-DF362E50763C}"/>
              </a:ext>
              <a:ext uri="{C183D7F6-B498-43B3-948B-1728B52AA6E4}">
                <adec:decorative xmlns:adec="http://schemas.microsoft.com/office/drawing/2017/decorative" val="1"/>
              </a:ext>
            </a:extLst>
          </p:cNvPr>
          <p:cNvSpPr>
            <a:spLocks noGrp="1"/>
          </p:cNvSpPr>
          <p:nvPr>
            <p:ph type="pic" sz="quarter" idx="13" hasCustomPrompt="1"/>
          </p:nvPr>
        </p:nvSpPr>
        <p:spPr>
          <a:xfrm>
            <a:off x="0" y="0"/>
            <a:ext cx="12192000" cy="6860241"/>
          </a:xfrm>
          <a:prstGeom prst="rect">
            <a:avLst/>
          </a:prstGeom>
          <a:noFill/>
        </p:spPr>
        <p:txBody>
          <a:bodyPr tIns="2743200" bIns="0" anchor="ctr"/>
          <a:lstStyle>
            <a:lvl1pPr marL="0" indent="0" algn="ctr">
              <a:buFontTx/>
              <a:buNone/>
              <a:defRPr sz="2400">
                <a:solidFill>
                  <a:schemeClr val="accent3"/>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a:t>Click to add image. Then Reorder: Send to back</a:t>
            </a:r>
          </a:p>
        </p:txBody>
      </p:sp>
      <p:sp>
        <p:nvSpPr>
          <p:cNvPr id="11" name="Date">
            <a:extLst>
              <a:ext uri="{FF2B5EF4-FFF2-40B4-BE49-F238E27FC236}">
                <a16:creationId xmlns:a16="http://schemas.microsoft.com/office/drawing/2014/main" id="{D87E2A77-DBB3-3923-0029-4D3148E74DC9}"/>
              </a:ext>
            </a:extLst>
          </p:cNvPr>
          <p:cNvSpPr>
            <a:spLocks noGrp="1"/>
          </p:cNvSpPr>
          <p:nvPr>
            <p:ph type="dt" sz="half" idx="18"/>
          </p:nvPr>
        </p:nvSpPr>
        <p:spPr>
          <a:xfrm>
            <a:off x="381000" y="6324601"/>
            <a:ext cx="1295400" cy="304800"/>
          </a:xfrm>
        </p:spPr>
        <p:txBody>
          <a:bodyPr/>
          <a:lstStyle/>
          <a:p>
            <a:r>
              <a:rPr lang="en-US" noProof="0"/>
              <a:t>January 2026</a:t>
            </a:r>
          </a:p>
        </p:txBody>
      </p:sp>
      <p:sp>
        <p:nvSpPr>
          <p:cNvPr id="13" name="Legal Line">
            <a:extLst>
              <a:ext uri="{FF2B5EF4-FFF2-40B4-BE49-F238E27FC236}">
                <a16:creationId xmlns:a16="http://schemas.microsoft.com/office/drawing/2014/main" id="{36D0E9C7-1F5A-81CC-4242-80983EF9D3CA}"/>
              </a:ext>
            </a:extLst>
          </p:cNvPr>
          <p:cNvSpPr>
            <a:spLocks noGrp="1"/>
          </p:cNvSpPr>
          <p:nvPr>
            <p:ph type="ftr" sz="quarter" idx="19"/>
          </p:nvPr>
        </p:nvSpPr>
        <p:spPr>
          <a:xfrm>
            <a:off x="1828800" y="6324602"/>
            <a:ext cx="4114800" cy="304800"/>
          </a:xfrm>
        </p:spPr>
        <p:txBody>
          <a:bodyPr/>
          <a:lstStyle>
            <a:lvl1pPr>
              <a:defRPr b="0" i="0">
                <a:latin typeface="Arial" panose="020B0604020202020204" pitchFamily="34" charset="0"/>
              </a:defRPr>
            </a:lvl1pPr>
          </a:lstStyle>
          <a:p>
            <a:r>
              <a:rPr lang="en-US" noProof="0"/>
              <a:t>© 2026 NTT DATA, Inc.</a:t>
            </a:r>
          </a:p>
        </p:txBody>
      </p:sp>
      <p:sp>
        <p:nvSpPr>
          <p:cNvPr id="14" name="Information Type">
            <a:extLst>
              <a:ext uri="{FF2B5EF4-FFF2-40B4-BE49-F238E27FC236}">
                <a16:creationId xmlns:a16="http://schemas.microsoft.com/office/drawing/2014/main" id="{F8A3F60F-BBBB-8A08-44FD-39E6AB0E2062}"/>
              </a:ext>
            </a:extLst>
          </p:cNvPr>
          <p:cNvSpPr>
            <a:spLocks noGrp="1"/>
          </p:cNvSpPr>
          <p:nvPr>
            <p:ph type="body" sz="quarter" idx="21" hasCustomPrompt="1"/>
          </p:nvPr>
        </p:nvSpPr>
        <p:spPr>
          <a:xfrm>
            <a:off x="9982200" y="359796"/>
            <a:ext cx="2065880" cy="304800"/>
          </a:xfrm>
          <a:prstGeom prst="rect">
            <a:avLst/>
          </a:prstGeom>
        </p:spPr>
        <p:txBody>
          <a:bodyPr anchor="ctr"/>
          <a:lstStyle>
            <a:lvl1pPr algn="ctr">
              <a:defRPr lang="en-US" sz="1200" b="0" i="0" kern="1200" dirty="0">
                <a:solidFill>
                  <a:schemeClr val="tx1">
                    <a:lumMod val="85000"/>
                  </a:schemeClr>
                </a:solidFill>
                <a:latin typeface="Arial" panose="020B0604020202020204" pitchFamily="34" charset="0"/>
                <a:ea typeface="+mn-ea"/>
                <a:cs typeface="+mn-cs"/>
              </a:defRPr>
            </a:lvl1pPr>
          </a:lstStyle>
          <a:p>
            <a:pPr lvl="0"/>
            <a:r>
              <a:rPr lang="en-US" noProof="0"/>
              <a:t>[Information Type]</a:t>
            </a:r>
          </a:p>
        </p:txBody>
      </p:sp>
      <p:sp>
        <p:nvSpPr>
          <p:cNvPr id="7" name="NTT DATA Global Logo" descr="NTT DATA Global Logo">
            <a:extLst>
              <a:ext uri="{FF2B5EF4-FFF2-40B4-BE49-F238E27FC236}">
                <a16:creationId xmlns:a16="http://schemas.microsoft.com/office/drawing/2014/main" id="{67CD9146-46D1-2584-90C9-AC323E0D78B1}"/>
              </a:ext>
            </a:extLst>
          </p:cNvPr>
          <p:cNvSpPr>
            <a:spLocks noGrp="1" noRot="1" noMove="1" noResize="1" noEditPoints="1" noAdjustHandles="1" noChangeArrowheads="1" noChangeShapeType="1"/>
          </p:cNvSpPr>
          <p:nvPr>
            <p:ph type="body" sz="quarter" idx="15"/>
          </p:nvPr>
        </p:nvSpPr>
        <p:spPr bwMode="black">
          <a:xfrm>
            <a:off x="402336" y="320040"/>
            <a:ext cx="1959724" cy="400077"/>
          </a:xfrm>
          <a:prstGeom prst="rect">
            <a:avLst/>
          </a:prstGeom>
          <a:blipFill dpi="0" rotWithShape="1">
            <a:blip r:embed="rId3"/>
            <a:srcRect/>
            <a:stretch>
              <a:fillRect/>
            </a:stretch>
          </a:blipFill>
        </p:spPr>
        <p:txBody>
          <a:bodyPr wrap="none" lIns="0" tIns="0" rIns="0" bIns="0"/>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5" name="SubTitle">
            <a:extLst>
              <a:ext uri="{FF2B5EF4-FFF2-40B4-BE49-F238E27FC236}">
                <a16:creationId xmlns:a16="http://schemas.microsoft.com/office/drawing/2014/main" id="{289963B8-6E2F-5789-EF80-E5E2D21D18E6}"/>
              </a:ext>
            </a:extLst>
          </p:cNvPr>
          <p:cNvSpPr>
            <a:spLocks noGrp="1"/>
          </p:cNvSpPr>
          <p:nvPr>
            <p:ph type="body" sz="quarter" idx="11" hasCustomPrompt="1"/>
          </p:nvPr>
        </p:nvSpPr>
        <p:spPr>
          <a:xfrm>
            <a:off x="381000" y="3810000"/>
            <a:ext cx="4800600" cy="533400"/>
          </a:xfrm>
          <a:prstGeom prst="rect">
            <a:avLst/>
          </a:prstGeom>
        </p:spPr>
        <p:txBody>
          <a:bodyPr lIns="0" tIns="45720" rIns="0"/>
          <a:lstStyle>
            <a:lvl1pPr>
              <a:defRPr lang="en-US" dirty="0" smtClean="0"/>
            </a:lvl1pPr>
          </a:lstStyle>
          <a:p>
            <a:pPr lvl="0">
              <a:lnSpc>
                <a:spcPct val="100000"/>
              </a:lnSpc>
            </a:pPr>
            <a:r>
              <a:rPr lang="en-US" noProof="0"/>
              <a:t>Click to enter/edit subtitle text</a:t>
            </a:r>
          </a:p>
        </p:txBody>
      </p:sp>
      <p:sp>
        <p:nvSpPr>
          <p:cNvPr id="2" name="MainTitle">
            <a:extLst>
              <a:ext uri="{FF2B5EF4-FFF2-40B4-BE49-F238E27FC236}">
                <a16:creationId xmlns:a16="http://schemas.microsoft.com/office/drawing/2014/main" id="{32F4D80C-C221-F8D0-FC62-DDD4F8E72621}"/>
              </a:ext>
            </a:extLst>
          </p:cNvPr>
          <p:cNvSpPr>
            <a:spLocks noGrp="1"/>
          </p:cNvSpPr>
          <p:nvPr>
            <p:ph type="title" hasCustomPrompt="1"/>
          </p:nvPr>
        </p:nvSpPr>
        <p:spPr>
          <a:xfrm>
            <a:off x="381000" y="2438400"/>
            <a:ext cx="4800600" cy="1371600"/>
          </a:xfrm>
        </p:spPr>
        <p:txBody>
          <a:bodyPr/>
          <a:lstStyle/>
          <a:p>
            <a:r>
              <a:rPr lang="en-US" noProof="0"/>
              <a:t>Click to edit title</a:t>
            </a:r>
          </a:p>
        </p:txBody>
      </p:sp>
    </p:spTree>
    <p:extLst>
      <p:ext uri="{BB962C8B-B14F-4D97-AF65-F5344CB8AC3E}">
        <p14:creationId xmlns:p14="http://schemas.microsoft.com/office/powerpoint/2010/main" val="11821959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Image, Paartial Innovation Curve">
    <p:spTree>
      <p:nvGrpSpPr>
        <p:cNvPr id="1" name=""/>
        <p:cNvGrpSpPr/>
        <p:nvPr/>
      </p:nvGrpSpPr>
      <p:grpSpPr>
        <a:xfrm>
          <a:off x="0" y="0"/>
          <a:ext cx="0" cy="0"/>
          <a:chOff x="0" y="0"/>
          <a:chExt cx="0" cy="0"/>
        </a:xfrm>
      </p:grpSpPr>
      <p:sp>
        <p:nvSpPr>
          <p:cNvPr id="10" name="Smart Navy SemiTrans Overlay">
            <a:extLst>
              <a:ext uri="{FF2B5EF4-FFF2-40B4-BE49-F238E27FC236}">
                <a16:creationId xmlns:a16="http://schemas.microsoft.com/office/drawing/2014/main" id="{3F234039-F9BC-AAAE-A07E-DCF492696578}"/>
              </a:ext>
            </a:extLst>
          </p:cNvPr>
          <p:cNvSpPr>
            <a:spLocks noGrp="1"/>
          </p:cNvSpPr>
          <p:nvPr>
            <p:ph type="body" sz="quarter" idx="16"/>
          </p:nvPr>
        </p:nvSpPr>
        <p:spPr>
          <a:xfrm>
            <a:off x="0" y="1"/>
            <a:ext cx="12192000" cy="6857999"/>
          </a:xfrm>
          <a:prstGeom prst="rect">
            <a:avLst/>
          </a:prstGeom>
          <a:solidFill>
            <a:srgbClr val="050D24">
              <a:alpha val="57647"/>
            </a:srgbClr>
          </a:solidFill>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a:extLst>
              <a:ext uri="{FF2B5EF4-FFF2-40B4-BE49-F238E27FC236}">
                <a16:creationId xmlns:a16="http://schemas.microsoft.com/office/drawing/2014/main" id="{D87E2A77-DBB3-3923-0029-4D3148E74DC9}"/>
              </a:ext>
            </a:extLst>
          </p:cNvPr>
          <p:cNvSpPr>
            <a:spLocks noGrp="1"/>
          </p:cNvSpPr>
          <p:nvPr>
            <p:ph type="dt" sz="half" idx="18"/>
          </p:nvPr>
        </p:nvSpPr>
        <p:spPr>
          <a:xfrm>
            <a:off x="381000" y="6324601"/>
            <a:ext cx="1295400" cy="304800"/>
          </a:xfrm>
        </p:spPr>
        <p:txBody>
          <a:bodyPr/>
          <a:lstStyle/>
          <a:p>
            <a:r>
              <a:rPr lang="en-US" noProof="0"/>
              <a:t>January 2026</a:t>
            </a:r>
          </a:p>
        </p:txBody>
      </p:sp>
      <p:sp>
        <p:nvSpPr>
          <p:cNvPr id="13" name="Legal Line">
            <a:extLst>
              <a:ext uri="{FF2B5EF4-FFF2-40B4-BE49-F238E27FC236}">
                <a16:creationId xmlns:a16="http://schemas.microsoft.com/office/drawing/2014/main" id="{36D0E9C7-1F5A-81CC-4242-80983EF9D3CA}"/>
              </a:ext>
            </a:extLst>
          </p:cNvPr>
          <p:cNvSpPr>
            <a:spLocks noGrp="1"/>
          </p:cNvSpPr>
          <p:nvPr>
            <p:ph type="ftr" sz="quarter" idx="19"/>
          </p:nvPr>
        </p:nvSpPr>
        <p:spPr>
          <a:xfrm>
            <a:off x="1828800" y="6324602"/>
            <a:ext cx="4114800" cy="304800"/>
          </a:xfrm>
        </p:spPr>
        <p:txBody>
          <a:bodyPr/>
          <a:lstStyle>
            <a:lvl1pPr>
              <a:defRPr b="0" i="0">
                <a:latin typeface="Arial" panose="020B0604020202020204" pitchFamily="34" charset="0"/>
              </a:defRPr>
            </a:lvl1pPr>
          </a:lstStyle>
          <a:p>
            <a:r>
              <a:rPr lang="en-US" noProof="0"/>
              <a:t>© 2026 NTT DATA, Inc.</a:t>
            </a:r>
          </a:p>
        </p:txBody>
      </p:sp>
      <p:sp>
        <p:nvSpPr>
          <p:cNvPr id="14" name="Information Type">
            <a:extLst>
              <a:ext uri="{FF2B5EF4-FFF2-40B4-BE49-F238E27FC236}">
                <a16:creationId xmlns:a16="http://schemas.microsoft.com/office/drawing/2014/main" id="{F8A3F60F-BBBB-8A08-44FD-39E6AB0E2062}"/>
              </a:ext>
            </a:extLst>
          </p:cNvPr>
          <p:cNvSpPr>
            <a:spLocks noGrp="1"/>
          </p:cNvSpPr>
          <p:nvPr>
            <p:ph type="body" sz="quarter" idx="21" hasCustomPrompt="1"/>
          </p:nvPr>
        </p:nvSpPr>
        <p:spPr>
          <a:xfrm>
            <a:off x="9982200" y="359796"/>
            <a:ext cx="2065880" cy="304800"/>
          </a:xfrm>
          <a:prstGeom prst="rect">
            <a:avLst/>
          </a:prstGeom>
        </p:spPr>
        <p:txBody>
          <a:bodyPr anchor="ctr"/>
          <a:lstStyle>
            <a:lvl1pPr algn="ctr">
              <a:defRPr lang="en-US" sz="1200" b="0" i="0" kern="1200" dirty="0">
                <a:solidFill>
                  <a:schemeClr val="tx1">
                    <a:lumMod val="85000"/>
                  </a:schemeClr>
                </a:solidFill>
                <a:latin typeface="Arial" panose="020B0604020202020204" pitchFamily="34" charset="0"/>
                <a:ea typeface="+mn-ea"/>
                <a:cs typeface="+mn-cs"/>
              </a:defRPr>
            </a:lvl1pPr>
          </a:lstStyle>
          <a:p>
            <a:pPr lvl="0"/>
            <a:r>
              <a:rPr lang="en-US" noProof="0"/>
              <a:t>[Information Type]</a:t>
            </a:r>
          </a:p>
        </p:txBody>
      </p:sp>
      <p:sp>
        <p:nvSpPr>
          <p:cNvPr id="3" name="Text Placeholder 6">
            <a:extLst>
              <a:ext uri="{FF2B5EF4-FFF2-40B4-BE49-F238E27FC236}">
                <a16:creationId xmlns:a16="http://schemas.microsoft.com/office/drawing/2014/main" id="{FD957E5C-35D4-A4D9-6D53-531FEABE9BDB}"/>
              </a:ext>
            </a:extLst>
          </p:cNvPr>
          <p:cNvSpPr>
            <a:spLocks noGrp="1"/>
          </p:cNvSpPr>
          <p:nvPr>
            <p:ph type="body" sz="quarter" idx="17" hasCustomPrompt="1"/>
          </p:nvPr>
        </p:nvSpPr>
        <p:spPr>
          <a:xfrm>
            <a:off x="0" y="0"/>
            <a:ext cx="12192000" cy="6858000"/>
          </a:xfrm>
          <a:prstGeom prst="rect">
            <a:avLst/>
          </a:prstGeom>
          <a:blipFill>
            <a:blip r:embed="rId2" cstate="screen">
              <a:alphaModFix amt="45000"/>
              <a:extLst>
                <a:ext uri="{28A0092B-C50C-407E-A947-70E740481C1C}">
                  <a14:useLocalDpi xmlns:a14="http://schemas.microsoft.com/office/drawing/2010/main"/>
                </a:ext>
              </a:extLst>
            </a:blip>
            <a:stretch>
              <a:fillRect/>
            </a:stretch>
          </a:blipFill>
        </p:spPr>
        <p:txBody>
          <a:bodyPr/>
          <a:lstStyle>
            <a:lvl1pPr>
              <a:defRPr>
                <a:noFill/>
              </a:defRPr>
            </a:lvl1pPr>
          </a:lstStyle>
          <a:p>
            <a:pPr lvl="0"/>
            <a:r>
              <a:rPr lang="en-US"/>
              <a:t>  =</a:t>
            </a:r>
          </a:p>
        </p:txBody>
      </p:sp>
      <p:sp>
        <p:nvSpPr>
          <p:cNvPr id="8" name="Cover Photo Placeholder">
            <a:extLst>
              <a:ext uri="{FF2B5EF4-FFF2-40B4-BE49-F238E27FC236}">
                <a16:creationId xmlns:a16="http://schemas.microsoft.com/office/drawing/2014/main" id="{4B3E92DB-5563-6F86-C3D4-DF362E50763C}"/>
              </a:ext>
              <a:ext uri="{C183D7F6-B498-43B3-948B-1728B52AA6E4}">
                <adec:decorative xmlns:adec="http://schemas.microsoft.com/office/drawing/2017/decorative" val="1"/>
              </a:ext>
            </a:extLst>
          </p:cNvPr>
          <p:cNvSpPr>
            <a:spLocks noGrp="1"/>
          </p:cNvSpPr>
          <p:nvPr>
            <p:ph type="pic" sz="quarter" idx="13" hasCustomPrompt="1"/>
          </p:nvPr>
        </p:nvSpPr>
        <p:spPr>
          <a:xfrm>
            <a:off x="0" y="0"/>
            <a:ext cx="12192000" cy="6860241"/>
          </a:xfrm>
          <a:prstGeom prst="rect">
            <a:avLst/>
          </a:prstGeom>
          <a:noFill/>
        </p:spPr>
        <p:txBody>
          <a:bodyPr tIns="2743200" bIns="0" anchor="ctr"/>
          <a:lstStyle>
            <a:lvl1pPr marL="0" indent="0" algn="ctr">
              <a:buFontTx/>
              <a:buNone/>
              <a:defRPr sz="2400">
                <a:solidFill>
                  <a:schemeClr val="accent3"/>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a:t>Click to add image. Then Reorder: Send to back</a:t>
            </a:r>
          </a:p>
        </p:txBody>
      </p:sp>
      <p:sp>
        <p:nvSpPr>
          <p:cNvPr id="7" name="NTT DATA Global Logo" descr="NTT DATA Global Logo">
            <a:extLst>
              <a:ext uri="{FF2B5EF4-FFF2-40B4-BE49-F238E27FC236}">
                <a16:creationId xmlns:a16="http://schemas.microsoft.com/office/drawing/2014/main" id="{67CD9146-46D1-2584-90C9-AC323E0D78B1}"/>
              </a:ext>
            </a:extLst>
          </p:cNvPr>
          <p:cNvSpPr>
            <a:spLocks noGrp="1" noRot="1" noMove="1" noResize="1" noEditPoints="1" noAdjustHandles="1" noChangeArrowheads="1" noChangeShapeType="1"/>
          </p:cNvSpPr>
          <p:nvPr>
            <p:ph type="body" sz="quarter" idx="15"/>
          </p:nvPr>
        </p:nvSpPr>
        <p:spPr bwMode="black">
          <a:xfrm>
            <a:off x="402336" y="320040"/>
            <a:ext cx="1959724" cy="400077"/>
          </a:xfrm>
          <a:prstGeom prst="rect">
            <a:avLst/>
          </a:prstGeom>
          <a:blipFill dpi="0" rotWithShape="1">
            <a:blip r:embed="rId3"/>
            <a:srcRect/>
            <a:stretch>
              <a:fillRect/>
            </a:stretch>
          </a:blipFill>
        </p:spPr>
        <p:txBody>
          <a:bodyPr wrap="none" lIns="0" tIns="0" rIns="0" bIns="0"/>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5" name="SubTitle">
            <a:extLst>
              <a:ext uri="{FF2B5EF4-FFF2-40B4-BE49-F238E27FC236}">
                <a16:creationId xmlns:a16="http://schemas.microsoft.com/office/drawing/2014/main" id="{289963B8-6E2F-5789-EF80-E5E2D21D18E6}"/>
              </a:ext>
            </a:extLst>
          </p:cNvPr>
          <p:cNvSpPr>
            <a:spLocks noGrp="1"/>
          </p:cNvSpPr>
          <p:nvPr>
            <p:ph type="body" sz="quarter" idx="11" hasCustomPrompt="1"/>
          </p:nvPr>
        </p:nvSpPr>
        <p:spPr>
          <a:xfrm>
            <a:off x="381000" y="3810000"/>
            <a:ext cx="4800600" cy="533400"/>
          </a:xfrm>
          <a:prstGeom prst="rect">
            <a:avLst/>
          </a:prstGeom>
        </p:spPr>
        <p:txBody>
          <a:bodyPr lIns="0" tIns="45720" rIns="0"/>
          <a:lstStyle>
            <a:lvl1pPr>
              <a:defRPr lang="en-US" dirty="0" smtClean="0"/>
            </a:lvl1pPr>
          </a:lstStyle>
          <a:p>
            <a:pPr lvl="0">
              <a:lnSpc>
                <a:spcPct val="100000"/>
              </a:lnSpc>
            </a:pPr>
            <a:r>
              <a:rPr lang="en-US" noProof="0"/>
              <a:t>Click to enter/edit subtitle text</a:t>
            </a:r>
          </a:p>
        </p:txBody>
      </p:sp>
      <p:sp>
        <p:nvSpPr>
          <p:cNvPr id="2" name="MainTitle">
            <a:extLst>
              <a:ext uri="{FF2B5EF4-FFF2-40B4-BE49-F238E27FC236}">
                <a16:creationId xmlns:a16="http://schemas.microsoft.com/office/drawing/2014/main" id="{32F4D80C-C221-F8D0-FC62-DDD4F8E72621}"/>
              </a:ext>
            </a:extLst>
          </p:cNvPr>
          <p:cNvSpPr>
            <a:spLocks noGrp="1"/>
          </p:cNvSpPr>
          <p:nvPr>
            <p:ph type="title" hasCustomPrompt="1"/>
          </p:nvPr>
        </p:nvSpPr>
        <p:spPr>
          <a:xfrm>
            <a:off x="381000" y="2438400"/>
            <a:ext cx="4800600" cy="1371600"/>
          </a:xfrm>
        </p:spPr>
        <p:txBody>
          <a:bodyPr/>
          <a:lstStyle/>
          <a:p>
            <a:r>
              <a:rPr lang="en-US" noProof="0"/>
              <a:t>Click to edit title</a:t>
            </a:r>
          </a:p>
        </p:txBody>
      </p:sp>
    </p:spTree>
    <p:extLst>
      <p:ext uri="{BB962C8B-B14F-4D97-AF65-F5344CB8AC3E}">
        <p14:creationId xmlns:p14="http://schemas.microsoft.com/office/powerpoint/2010/main" val="384840092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ull Image Only">
    <p:spTree>
      <p:nvGrpSpPr>
        <p:cNvPr id="1" name=""/>
        <p:cNvGrpSpPr/>
        <p:nvPr/>
      </p:nvGrpSpPr>
      <p:grpSpPr>
        <a:xfrm>
          <a:off x="0" y="0"/>
          <a:ext cx="0" cy="0"/>
          <a:chOff x="0" y="0"/>
          <a:chExt cx="0" cy="0"/>
        </a:xfrm>
      </p:grpSpPr>
      <p:sp>
        <p:nvSpPr>
          <p:cNvPr id="10" name="Text Placeholder 20">
            <a:extLst>
              <a:ext uri="{FF2B5EF4-FFF2-40B4-BE49-F238E27FC236}">
                <a16:creationId xmlns:a16="http://schemas.microsoft.com/office/drawing/2014/main" id="{3F234039-F9BC-AAAE-A07E-DCF492696578}"/>
              </a:ext>
            </a:extLst>
          </p:cNvPr>
          <p:cNvSpPr>
            <a:spLocks noGrp="1"/>
          </p:cNvSpPr>
          <p:nvPr>
            <p:ph type="body" sz="quarter" idx="16"/>
          </p:nvPr>
        </p:nvSpPr>
        <p:spPr>
          <a:xfrm>
            <a:off x="0" y="1"/>
            <a:ext cx="12192000" cy="6857999"/>
          </a:xfrm>
          <a:prstGeom prst="rect">
            <a:avLst/>
          </a:prstGeom>
          <a:solidFill>
            <a:srgbClr val="050D24">
              <a:alpha val="57647"/>
            </a:srgbClr>
          </a:solidFill>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a:extLst>
              <a:ext uri="{FF2B5EF4-FFF2-40B4-BE49-F238E27FC236}">
                <a16:creationId xmlns:a16="http://schemas.microsoft.com/office/drawing/2014/main" id="{44AC6934-5FBE-FCD3-D1F4-5F0671E877AB}"/>
              </a:ext>
            </a:extLst>
          </p:cNvPr>
          <p:cNvSpPr>
            <a:spLocks noGrp="1"/>
          </p:cNvSpPr>
          <p:nvPr>
            <p:ph type="dt" sz="half" idx="19"/>
          </p:nvPr>
        </p:nvSpPr>
        <p:spPr/>
        <p:txBody>
          <a:bodyPr/>
          <a:lstStyle/>
          <a:p>
            <a:r>
              <a:rPr lang="en-US" noProof="0"/>
              <a:t>January 2026</a:t>
            </a:r>
          </a:p>
        </p:txBody>
      </p:sp>
      <p:sp>
        <p:nvSpPr>
          <p:cNvPr id="6" name="SubTitle">
            <a:extLst>
              <a:ext uri="{FF2B5EF4-FFF2-40B4-BE49-F238E27FC236}">
                <a16:creationId xmlns:a16="http://schemas.microsoft.com/office/drawing/2014/main" id="{8721CA36-DC1A-9DA0-482B-013C59CEC0CF}"/>
              </a:ext>
            </a:extLst>
          </p:cNvPr>
          <p:cNvSpPr>
            <a:spLocks noGrp="1"/>
          </p:cNvSpPr>
          <p:nvPr>
            <p:ph type="body" sz="quarter" idx="17" hasCustomPrompt="1"/>
          </p:nvPr>
        </p:nvSpPr>
        <p:spPr>
          <a:xfrm>
            <a:off x="381000" y="3810000"/>
            <a:ext cx="11430000" cy="533400"/>
          </a:xfrm>
          <a:prstGeom prst="rect">
            <a:avLst/>
          </a:prstGeom>
        </p:spPr>
        <p:txBody>
          <a:bodyPr lIns="0" tIns="45720" rIns="0"/>
          <a:lstStyle>
            <a:lvl1pPr algn="l">
              <a:defRPr lang="en-US" dirty="0" smtClean="0"/>
            </a:lvl1pPr>
          </a:lstStyle>
          <a:p>
            <a:pPr lvl="0">
              <a:lnSpc>
                <a:spcPct val="100000"/>
              </a:lnSpc>
            </a:pPr>
            <a:r>
              <a:rPr lang="en-US" noProof="0"/>
              <a:t>Click to enter/edit subtitle text</a:t>
            </a:r>
          </a:p>
        </p:txBody>
      </p:sp>
      <p:sp>
        <p:nvSpPr>
          <p:cNvPr id="2" name="MainTitle">
            <a:extLst>
              <a:ext uri="{FF2B5EF4-FFF2-40B4-BE49-F238E27FC236}">
                <a16:creationId xmlns:a16="http://schemas.microsoft.com/office/drawing/2014/main" id="{32F4D80C-C221-F8D0-FC62-DDD4F8E72621}"/>
              </a:ext>
            </a:extLst>
          </p:cNvPr>
          <p:cNvSpPr>
            <a:spLocks noGrp="1"/>
          </p:cNvSpPr>
          <p:nvPr>
            <p:ph type="title" hasCustomPrompt="1"/>
          </p:nvPr>
        </p:nvSpPr>
        <p:spPr>
          <a:xfrm>
            <a:off x="381000" y="2438400"/>
            <a:ext cx="11430000" cy="1371600"/>
          </a:xfrm>
        </p:spPr>
        <p:txBody>
          <a:bodyPr/>
          <a:lstStyle/>
          <a:p>
            <a:r>
              <a:rPr lang="en-US" noProof="0"/>
              <a:t>Click to edit title</a:t>
            </a:r>
          </a:p>
        </p:txBody>
      </p:sp>
      <p:sp>
        <p:nvSpPr>
          <p:cNvPr id="5" name="Legal Line">
            <a:extLst>
              <a:ext uri="{FF2B5EF4-FFF2-40B4-BE49-F238E27FC236}">
                <a16:creationId xmlns:a16="http://schemas.microsoft.com/office/drawing/2014/main" id="{8F5AF9E9-1EA9-189A-D454-5A87BA7AE181}"/>
              </a:ext>
            </a:extLst>
          </p:cNvPr>
          <p:cNvSpPr>
            <a:spLocks noGrp="1"/>
          </p:cNvSpPr>
          <p:nvPr>
            <p:ph type="ftr" sz="quarter" idx="20"/>
          </p:nvPr>
        </p:nvSpPr>
        <p:spPr>
          <a:xfrm>
            <a:off x="1828800" y="6324602"/>
            <a:ext cx="4114800" cy="304800"/>
          </a:xfrm>
        </p:spPr>
        <p:txBody>
          <a:bodyPr/>
          <a:lstStyle>
            <a:lvl1pPr>
              <a:defRPr b="0" i="0">
                <a:latin typeface="Arial" panose="020B0604020202020204" pitchFamily="34" charset="0"/>
              </a:defRPr>
            </a:lvl1pPr>
          </a:lstStyle>
          <a:p>
            <a:r>
              <a:rPr lang="en-US" noProof="0"/>
              <a:t>© 2026 NTT DATA, Inc.</a:t>
            </a:r>
          </a:p>
        </p:txBody>
      </p:sp>
      <p:sp>
        <p:nvSpPr>
          <p:cNvPr id="7" name="InformationType">
            <a:extLst>
              <a:ext uri="{FF2B5EF4-FFF2-40B4-BE49-F238E27FC236}">
                <a16:creationId xmlns:a16="http://schemas.microsoft.com/office/drawing/2014/main" id="{51B77B86-8916-AB81-4396-509FE3651676}"/>
              </a:ext>
            </a:extLst>
          </p:cNvPr>
          <p:cNvSpPr>
            <a:spLocks noGrp="1"/>
          </p:cNvSpPr>
          <p:nvPr>
            <p:ph type="body" sz="quarter" idx="21" hasCustomPrompt="1"/>
          </p:nvPr>
        </p:nvSpPr>
        <p:spPr>
          <a:xfrm>
            <a:off x="9982200" y="6324601"/>
            <a:ext cx="2065880" cy="304800"/>
          </a:xfrm>
          <a:prstGeom prst="rect">
            <a:avLst/>
          </a:prstGeom>
        </p:spPr>
        <p:txBody>
          <a:bodyPr anchor="ctr"/>
          <a:lstStyle>
            <a:lvl1pPr algn="ctr">
              <a:defRPr lang="en-US" sz="1200" b="0" i="0" kern="1200" dirty="0">
                <a:solidFill>
                  <a:schemeClr val="tx1">
                    <a:lumMod val="85000"/>
                  </a:schemeClr>
                </a:solidFill>
                <a:latin typeface="Arial" panose="020B0604020202020204" pitchFamily="34" charset="0"/>
                <a:ea typeface="+mn-ea"/>
                <a:cs typeface="+mn-cs"/>
              </a:defRPr>
            </a:lvl1pPr>
          </a:lstStyle>
          <a:p>
            <a:pPr lvl="0"/>
            <a:r>
              <a:rPr lang="en-US" noProof="0"/>
              <a:t>[Information Type]</a:t>
            </a:r>
          </a:p>
        </p:txBody>
      </p:sp>
      <p:sp>
        <p:nvSpPr>
          <p:cNvPr id="4" name="Picture Placeholder 4">
            <a:extLst>
              <a:ext uri="{FF2B5EF4-FFF2-40B4-BE49-F238E27FC236}">
                <a16:creationId xmlns:a16="http://schemas.microsoft.com/office/drawing/2014/main" id="{A0CD6D9D-8D6C-BE0D-BAC6-0180996D77BF}"/>
              </a:ext>
            </a:extLst>
          </p:cNvPr>
          <p:cNvSpPr>
            <a:spLocks noGrp="1"/>
          </p:cNvSpPr>
          <p:nvPr>
            <p:ph type="pic" sz="quarter" idx="18" hasCustomPrompt="1"/>
          </p:nvPr>
        </p:nvSpPr>
        <p:spPr>
          <a:xfrm>
            <a:off x="0" y="0"/>
            <a:ext cx="12192000" cy="6862482"/>
          </a:xfrm>
          <a:prstGeom prst="rect">
            <a:avLst/>
          </a:prstGeom>
          <a:noFill/>
        </p:spPr>
        <p:txBody>
          <a:bodyPr tIns="2743200" bIns="0" anchor="ctr"/>
          <a:lstStyle>
            <a:lvl1pPr marL="0" indent="0" algn="ctr">
              <a:buFontTx/>
              <a:buNone/>
              <a:defRPr sz="2400">
                <a:solidFill>
                  <a:schemeClr val="accent3"/>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a:t>Click to add image. Then Reorder: Send to back</a:t>
            </a:r>
          </a:p>
        </p:txBody>
      </p:sp>
      <p:sp>
        <p:nvSpPr>
          <p:cNvPr id="3" name="NTT DATA Global Logo" descr="NTT DATA Global Logo">
            <a:extLst>
              <a:ext uri="{FF2B5EF4-FFF2-40B4-BE49-F238E27FC236}">
                <a16:creationId xmlns:a16="http://schemas.microsoft.com/office/drawing/2014/main" id="{111A4B15-57F9-BE95-1E63-1DD7D499E26F}"/>
              </a:ext>
            </a:extLst>
          </p:cNvPr>
          <p:cNvSpPr>
            <a:spLocks noGrp="1" noRot="1" noMove="1" noResize="1" noEditPoints="1" noAdjustHandles="1" noChangeArrowheads="1" noChangeShapeType="1"/>
          </p:cNvSpPr>
          <p:nvPr>
            <p:ph type="body" sz="quarter" idx="15"/>
          </p:nvPr>
        </p:nvSpPr>
        <p:spPr bwMode="black">
          <a:xfrm>
            <a:off x="402336" y="320040"/>
            <a:ext cx="1959724" cy="400077"/>
          </a:xfrm>
          <a:prstGeom prst="rect">
            <a:avLst/>
          </a:prstGeom>
          <a:blipFill dpi="0" rotWithShape="1">
            <a:blip r:embed="rId2"/>
            <a:srcRect/>
            <a:stretch>
              <a:fillRect/>
            </a:stretch>
          </a:blipFill>
        </p:spPr>
        <p:txBody>
          <a:bodyPr wrap="none" lIns="0" tIns="0" rIns="0" bIns="0"/>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Tree>
    <p:extLst>
      <p:ext uri="{BB962C8B-B14F-4D97-AF65-F5344CB8AC3E}">
        <p14:creationId xmlns:p14="http://schemas.microsoft.com/office/powerpoint/2010/main" val="1151273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ight Background, Full Innovation Curve on Left">
    <p:bg>
      <p:bgPr>
        <a:solidFill>
          <a:schemeClr val="tx1"/>
        </a:solidFill>
        <a:effectLst/>
      </p:bgPr>
    </p:bg>
    <p:spTree>
      <p:nvGrpSpPr>
        <p:cNvPr id="1" name=""/>
        <p:cNvGrpSpPr/>
        <p:nvPr/>
      </p:nvGrpSpPr>
      <p:grpSpPr>
        <a:xfrm>
          <a:off x="0" y="0"/>
          <a:ext cx="0" cy="0"/>
          <a:chOff x="0" y="0"/>
          <a:chExt cx="0" cy="0"/>
        </a:xfrm>
      </p:grpSpPr>
      <p:sp>
        <p:nvSpPr>
          <p:cNvPr id="11" name="Text Placeholder 20">
            <a:extLst>
              <a:ext uri="{FF2B5EF4-FFF2-40B4-BE49-F238E27FC236}">
                <a16:creationId xmlns:a16="http://schemas.microsoft.com/office/drawing/2014/main" id="{4C066D7D-0D2A-E525-7A09-B865124FD30F}"/>
              </a:ext>
            </a:extLst>
          </p:cNvPr>
          <p:cNvSpPr>
            <a:spLocks noGrp="1"/>
          </p:cNvSpPr>
          <p:nvPr>
            <p:ph type="body" sz="quarter" idx="17"/>
          </p:nvPr>
        </p:nvSpPr>
        <p:spPr>
          <a:xfrm>
            <a:off x="0" y="3352800"/>
            <a:ext cx="12192000" cy="3505200"/>
          </a:xfrm>
          <a:prstGeom prst="rect">
            <a:avLst/>
          </a:prstGeom>
          <a:solidFill>
            <a:srgbClr val="050D24">
              <a:alpha val="57647"/>
            </a:srgbClr>
          </a:solidFill>
        </p:spPr>
        <p:txBody>
          <a:bodyPr/>
          <a:lstStyle>
            <a:lvl1pPr>
              <a:defRPr>
                <a:noFill/>
              </a:defRPr>
            </a:lvl1pPr>
            <a:lvl2pPr>
              <a:defRPr>
                <a:noFill/>
              </a:defRPr>
            </a:lvl2pPr>
            <a:lvl3pPr marL="914400" indent="0">
              <a:buNone/>
              <a:defRPr>
                <a:noFill/>
              </a:defRPr>
            </a:lvl3pPr>
            <a:lvl4pPr marL="1371600" indent="0">
              <a:buNone/>
              <a:defRPr>
                <a:noFill/>
              </a:defRPr>
            </a:lvl4pPr>
            <a:lvl5pPr marL="1828800" indent="0">
              <a:buNone/>
              <a:defRPr>
                <a:noFill/>
              </a:defRPr>
            </a:lvl5pPr>
          </a:lstStyle>
          <a:p>
            <a:pPr lvl="0"/>
            <a:endParaRPr lang="en-US" noProof="0"/>
          </a:p>
        </p:txBody>
      </p:sp>
      <p:sp>
        <p:nvSpPr>
          <p:cNvPr id="6" name="Picture Placeholder 4">
            <a:extLst>
              <a:ext uri="{FF2B5EF4-FFF2-40B4-BE49-F238E27FC236}">
                <a16:creationId xmlns:a16="http://schemas.microsoft.com/office/drawing/2014/main" id="{64ED725C-5701-90B3-92A2-BAE98517DD4F}"/>
              </a:ext>
            </a:extLst>
          </p:cNvPr>
          <p:cNvSpPr>
            <a:spLocks noGrp="1"/>
          </p:cNvSpPr>
          <p:nvPr>
            <p:ph type="pic" sz="quarter" idx="13" hasCustomPrompt="1"/>
          </p:nvPr>
        </p:nvSpPr>
        <p:spPr>
          <a:xfrm>
            <a:off x="0" y="3352800"/>
            <a:ext cx="12192000" cy="3509682"/>
          </a:xfrm>
          <a:prstGeom prst="rect">
            <a:avLst/>
          </a:prstGeom>
          <a:solidFill>
            <a:schemeClr val="tx1">
              <a:lumMod val="65000"/>
            </a:schemeClr>
          </a:solidFill>
        </p:spPr>
        <p:txBody>
          <a:bodyPr lIns="0" tIns="0" rIns="0" bIns="0" anchor="ctr"/>
          <a:lstStyle>
            <a:lvl1pPr marL="0" indent="0" algn="ctr">
              <a:buFontTx/>
              <a:buNone/>
              <a:defRPr sz="2400">
                <a:solidFill>
                  <a:schemeClr val="tx2"/>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a:t>Click to add image.</a:t>
            </a:r>
            <a:br>
              <a:rPr lang="en-US"/>
            </a:br>
            <a:r>
              <a:rPr lang="en-US"/>
              <a:t>Then Reorder: Send to back</a:t>
            </a:r>
          </a:p>
        </p:txBody>
      </p:sp>
      <p:sp>
        <p:nvSpPr>
          <p:cNvPr id="2" name="Innovation Curve Over">
            <a:extLst>
              <a:ext uri="{FF2B5EF4-FFF2-40B4-BE49-F238E27FC236}">
                <a16:creationId xmlns:a16="http://schemas.microsoft.com/office/drawing/2014/main" id="{6CF4C396-FB7A-4611-B9A9-DD62A7F1A8E9}"/>
              </a:ext>
              <a:ext uri="{C183D7F6-B498-43B3-948B-1728B52AA6E4}">
                <adec:decorative xmlns:adec="http://schemas.microsoft.com/office/drawing/2017/decorative" val="1"/>
              </a:ext>
            </a:extLst>
          </p:cNvPr>
          <p:cNvSpPr>
            <a:spLocks noGrp="1"/>
          </p:cNvSpPr>
          <p:nvPr>
            <p:ph type="body" sz="quarter" idx="14"/>
          </p:nvPr>
        </p:nvSpPr>
        <p:spPr>
          <a:xfrm>
            <a:off x="400574" y="3733800"/>
            <a:ext cx="2723626" cy="2743200"/>
          </a:xfrm>
          <a:prstGeom prst="rect">
            <a:avLst/>
          </a:prstGeom>
          <a:blipFill>
            <a:blip r:embed="rId2" cstate="screen">
              <a:extLst>
                <a:ext uri="{28A0092B-C50C-407E-A947-70E740481C1C}">
                  <a14:useLocalDpi xmlns:a14="http://schemas.microsoft.com/office/drawing/2010/main"/>
                </a:ext>
              </a:extLst>
            </a:blip>
            <a:stretch>
              <a:fillRect/>
            </a:stretch>
          </a:blipFill>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a:extLst>
              <a:ext uri="{FF2B5EF4-FFF2-40B4-BE49-F238E27FC236}">
                <a16:creationId xmlns:a16="http://schemas.microsoft.com/office/drawing/2014/main" id="{E3BAD1A6-AE36-4EC7-E8E9-E68CE84F0678}"/>
              </a:ext>
            </a:extLst>
          </p:cNvPr>
          <p:cNvSpPr>
            <a:spLocks noGrp="1"/>
          </p:cNvSpPr>
          <p:nvPr>
            <p:ph type="dt" sz="half" idx="18"/>
          </p:nvPr>
        </p:nvSpPr>
        <p:spPr>
          <a:xfrm>
            <a:off x="381000" y="3049200"/>
            <a:ext cx="1315720" cy="304800"/>
          </a:xfrm>
        </p:spPr>
        <p:txBody>
          <a:bodyPr/>
          <a:lstStyle/>
          <a:p>
            <a:r>
              <a:rPr lang="en-US" noProof="0"/>
              <a:t>January 2026</a:t>
            </a:r>
          </a:p>
        </p:txBody>
      </p:sp>
      <p:sp>
        <p:nvSpPr>
          <p:cNvPr id="9" name="SubTitle">
            <a:extLst>
              <a:ext uri="{FF2B5EF4-FFF2-40B4-BE49-F238E27FC236}">
                <a16:creationId xmlns:a16="http://schemas.microsoft.com/office/drawing/2014/main" id="{F84AF061-2BD7-B395-13B3-8F8BF417226F}"/>
              </a:ext>
            </a:extLst>
          </p:cNvPr>
          <p:cNvSpPr>
            <a:spLocks noGrp="1"/>
          </p:cNvSpPr>
          <p:nvPr>
            <p:ph type="body" sz="quarter" idx="16" hasCustomPrompt="1"/>
          </p:nvPr>
        </p:nvSpPr>
        <p:spPr>
          <a:xfrm>
            <a:off x="381000" y="2438400"/>
            <a:ext cx="11430000" cy="609600"/>
          </a:xfrm>
          <a:prstGeom prst="rect">
            <a:avLst/>
          </a:prstGeom>
        </p:spPr>
        <p:txBody>
          <a:bodyPr lIns="0" rIns="0"/>
          <a:lstStyle>
            <a:lvl1pPr marL="0" indent="0">
              <a:lnSpc>
                <a:spcPct val="100000"/>
              </a:lnSpc>
              <a:buFont typeface="Arial" panose="020B0604020202020204" pitchFamily="34" charset="0"/>
              <a:buNone/>
              <a:defRPr>
                <a:solidFill>
                  <a:schemeClr val="bg1"/>
                </a:solidFill>
              </a:defRPr>
            </a:lvl1pPr>
            <a:lvl2pPr marL="457200" indent="0">
              <a:buFont typeface="Arial" panose="020B0604020202020204" pitchFamily="34" charset="0"/>
              <a:buNone/>
              <a:defRPr/>
            </a:lvl2pPr>
            <a:lvl3pPr marL="914400" indent="0">
              <a:buNone/>
              <a:defRPr/>
            </a:lvl3pPr>
            <a:lvl4pPr marL="1371600" indent="0">
              <a:buNone/>
              <a:defRPr/>
            </a:lvl4pPr>
            <a:lvl5pPr marL="1828800" indent="0">
              <a:buNone/>
              <a:defRPr/>
            </a:lvl5pPr>
          </a:lstStyle>
          <a:p>
            <a:pPr lvl="0"/>
            <a:r>
              <a:rPr lang="en-US" noProof="0"/>
              <a:t>Click to enter the subtitle text</a:t>
            </a:r>
          </a:p>
        </p:txBody>
      </p:sp>
      <p:sp>
        <p:nvSpPr>
          <p:cNvPr id="7" name="MainTitle">
            <a:extLst>
              <a:ext uri="{FF2B5EF4-FFF2-40B4-BE49-F238E27FC236}">
                <a16:creationId xmlns:a16="http://schemas.microsoft.com/office/drawing/2014/main" id="{6B8D68FD-3EFC-86B8-83A6-942558B1B307}"/>
              </a:ext>
            </a:extLst>
          </p:cNvPr>
          <p:cNvSpPr>
            <a:spLocks noGrp="1"/>
          </p:cNvSpPr>
          <p:nvPr>
            <p:ph type="title" hasCustomPrompt="1"/>
          </p:nvPr>
        </p:nvSpPr>
        <p:spPr>
          <a:xfrm>
            <a:off x="381000" y="1066800"/>
            <a:ext cx="11430000" cy="1371600"/>
          </a:xfrm>
        </p:spPr>
        <p:txBody>
          <a:bodyPr/>
          <a:lstStyle/>
          <a:p>
            <a:r>
              <a:rPr lang="en-US" noProof="0"/>
              <a:t>Click to edit title</a:t>
            </a:r>
          </a:p>
        </p:txBody>
      </p:sp>
      <p:sp>
        <p:nvSpPr>
          <p:cNvPr id="8" name="Legal">
            <a:extLst>
              <a:ext uri="{FF2B5EF4-FFF2-40B4-BE49-F238E27FC236}">
                <a16:creationId xmlns:a16="http://schemas.microsoft.com/office/drawing/2014/main" id="{639E6271-C556-3CDE-4CA2-0E42C3B98DE9}"/>
              </a:ext>
            </a:extLst>
          </p:cNvPr>
          <p:cNvSpPr>
            <a:spLocks noGrp="1"/>
          </p:cNvSpPr>
          <p:nvPr>
            <p:ph type="ftr" sz="quarter" idx="19"/>
          </p:nvPr>
        </p:nvSpPr>
        <p:spPr>
          <a:xfrm>
            <a:off x="8382000" y="3049200"/>
            <a:ext cx="3429000" cy="304800"/>
          </a:xfrm>
        </p:spPr>
        <p:txBody>
          <a:bodyPr/>
          <a:lstStyle>
            <a:lvl1pPr algn="r">
              <a:defRPr b="0" i="0">
                <a:latin typeface="Arial" panose="020B0604020202020204" pitchFamily="34" charset="0"/>
              </a:defRPr>
            </a:lvl1pPr>
          </a:lstStyle>
          <a:p>
            <a:r>
              <a:rPr lang="en-US" noProof="0"/>
              <a:t>© 2026 NTT DATA, Inc.</a:t>
            </a:r>
          </a:p>
        </p:txBody>
      </p:sp>
      <p:sp>
        <p:nvSpPr>
          <p:cNvPr id="4" name="InformationType">
            <a:extLst>
              <a:ext uri="{FF2B5EF4-FFF2-40B4-BE49-F238E27FC236}">
                <a16:creationId xmlns:a16="http://schemas.microsoft.com/office/drawing/2014/main" id="{C3DAC39C-CF8E-2F9C-ACD8-8D0BDB2310D7}"/>
              </a:ext>
            </a:extLst>
          </p:cNvPr>
          <p:cNvSpPr>
            <a:spLocks noGrp="1"/>
          </p:cNvSpPr>
          <p:nvPr>
            <p:ph type="body" sz="quarter" idx="21" hasCustomPrompt="1"/>
          </p:nvPr>
        </p:nvSpPr>
        <p:spPr>
          <a:xfrm>
            <a:off x="5063060" y="3043518"/>
            <a:ext cx="2065880" cy="304800"/>
          </a:xfrm>
          <a:prstGeom prst="rect">
            <a:avLst/>
          </a:prstGeom>
        </p:spPr>
        <p:txBody>
          <a:bodyPr anchor="ctr"/>
          <a:lstStyle>
            <a:lvl1pPr algn="ctr">
              <a:defRPr lang="en-US" sz="1200" b="0" i="0" kern="1200" dirty="0">
                <a:solidFill>
                  <a:schemeClr val="tx2"/>
                </a:solidFill>
                <a:latin typeface="Arial" panose="020B0604020202020204" pitchFamily="34" charset="0"/>
                <a:ea typeface="+mn-ea"/>
                <a:cs typeface="+mn-cs"/>
              </a:defRPr>
            </a:lvl1pPr>
          </a:lstStyle>
          <a:p>
            <a:pPr lvl="0"/>
            <a:r>
              <a:rPr lang="en-US" noProof="0"/>
              <a:t>[Information Type]</a:t>
            </a:r>
          </a:p>
        </p:txBody>
      </p:sp>
    </p:spTree>
    <p:extLst>
      <p:ext uri="{BB962C8B-B14F-4D97-AF65-F5344CB8AC3E}">
        <p14:creationId xmlns:p14="http://schemas.microsoft.com/office/powerpoint/2010/main" val="2803479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ight Background, Full Innovation Curve on Right">
    <p:bg>
      <p:bgPr>
        <a:solidFill>
          <a:schemeClr val="tx1"/>
        </a:solidFill>
        <a:effectLst/>
      </p:bgPr>
    </p:bg>
    <p:spTree>
      <p:nvGrpSpPr>
        <p:cNvPr id="1" name=""/>
        <p:cNvGrpSpPr/>
        <p:nvPr/>
      </p:nvGrpSpPr>
      <p:grpSpPr>
        <a:xfrm>
          <a:off x="0" y="0"/>
          <a:ext cx="0" cy="0"/>
          <a:chOff x="0" y="0"/>
          <a:chExt cx="0" cy="0"/>
        </a:xfrm>
      </p:grpSpPr>
      <p:sp>
        <p:nvSpPr>
          <p:cNvPr id="11" name="Text Placeholder 20">
            <a:extLst>
              <a:ext uri="{FF2B5EF4-FFF2-40B4-BE49-F238E27FC236}">
                <a16:creationId xmlns:a16="http://schemas.microsoft.com/office/drawing/2014/main" id="{4C066D7D-0D2A-E525-7A09-B865124FD30F}"/>
              </a:ext>
            </a:extLst>
          </p:cNvPr>
          <p:cNvSpPr>
            <a:spLocks noGrp="1"/>
          </p:cNvSpPr>
          <p:nvPr>
            <p:ph type="body" sz="quarter" idx="17"/>
          </p:nvPr>
        </p:nvSpPr>
        <p:spPr>
          <a:xfrm>
            <a:off x="0" y="3352800"/>
            <a:ext cx="12192000" cy="3505200"/>
          </a:xfrm>
          <a:prstGeom prst="rect">
            <a:avLst/>
          </a:prstGeom>
          <a:solidFill>
            <a:srgbClr val="050D24">
              <a:alpha val="57647"/>
            </a:srgbClr>
          </a:solidFill>
        </p:spPr>
        <p:txBody>
          <a:bodyPr/>
          <a:lstStyle>
            <a:lvl1pPr>
              <a:defRPr>
                <a:noFill/>
              </a:defRPr>
            </a:lvl1pPr>
            <a:lvl2pPr>
              <a:defRPr>
                <a:noFill/>
              </a:defRPr>
            </a:lvl2pPr>
            <a:lvl3pPr marL="914400" indent="0">
              <a:buNone/>
              <a:defRPr>
                <a:noFill/>
              </a:defRPr>
            </a:lvl3pPr>
            <a:lvl4pPr marL="1371600" indent="0">
              <a:buNone/>
              <a:defRPr>
                <a:noFill/>
              </a:defRPr>
            </a:lvl4pPr>
            <a:lvl5pPr marL="1828800" indent="0">
              <a:buNone/>
              <a:defRPr>
                <a:noFill/>
              </a:defRPr>
            </a:lvl5pPr>
          </a:lstStyle>
          <a:p>
            <a:pPr lvl="0"/>
            <a:endParaRPr lang="en-US"/>
          </a:p>
        </p:txBody>
      </p:sp>
      <p:sp>
        <p:nvSpPr>
          <p:cNvPr id="6" name="Picture Placeholder 4">
            <a:extLst>
              <a:ext uri="{FF2B5EF4-FFF2-40B4-BE49-F238E27FC236}">
                <a16:creationId xmlns:a16="http://schemas.microsoft.com/office/drawing/2014/main" id="{64ED725C-5701-90B3-92A2-BAE98517DD4F}"/>
              </a:ext>
            </a:extLst>
          </p:cNvPr>
          <p:cNvSpPr>
            <a:spLocks noGrp="1"/>
          </p:cNvSpPr>
          <p:nvPr>
            <p:ph type="pic" sz="quarter" idx="13" hasCustomPrompt="1"/>
          </p:nvPr>
        </p:nvSpPr>
        <p:spPr>
          <a:xfrm>
            <a:off x="0" y="3352800"/>
            <a:ext cx="12192000" cy="3509682"/>
          </a:xfrm>
          <a:prstGeom prst="rect">
            <a:avLst/>
          </a:prstGeom>
          <a:solidFill>
            <a:schemeClr val="tx1">
              <a:lumMod val="65000"/>
            </a:schemeClr>
          </a:solidFill>
        </p:spPr>
        <p:txBody>
          <a:bodyPr lIns="0" tIns="0" rIns="0" bIns="0" anchor="ctr"/>
          <a:lstStyle>
            <a:lvl1pPr marL="0" indent="0" algn="ctr">
              <a:buFontTx/>
              <a:buNone/>
              <a:defRPr sz="2400">
                <a:solidFill>
                  <a:schemeClr val="tx2"/>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a:t>Click to add image.</a:t>
            </a:r>
            <a:br>
              <a:rPr lang="en-US"/>
            </a:br>
            <a:r>
              <a:rPr lang="en-US"/>
              <a:t>Then Reorder: Send to back</a:t>
            </a:r>
          </a:p>
        </p:txBody>
      </p:sp>
      <p:sp>
        <p:nvSpPr>
          <p:cNvPr id="2" name="Innovation Curve Over">
            <a:extLst>
              <a:ext uri="{FF2B5EF4-FFF2-40B4-BE49-F238E27FC236}">
                <a16:creationId xmlns:a16="http://schemas.microsoft.com/office/drawing/2014/main" id="{9B37F7D8-7643-FEC4-6844-838554ED4DD5}"/>
              </a:ext>
              <a:ext uri="{C183D7F6-B498-43B3-948B-1728B52AA6E4}">
                <adec:decorative xmlns:adec="http://schemas.microsoft.com/office/drawing/2017/decorative" val="1"/>
              </a:ext>
            </a:extLst>
          </p:cNvPr>
          <p:cNvSpPr>
            <a:spLocks noGrp="1"/>
          </p:cNvSpPr>
          <p:nvPr>
            <p:ph type="body" sz="quarter" idx="14"/>
          </p:nvPr>
        </p:nvSpPr>
        <p:spPr>
          <a:xfrm>
            <a:off x="9067800" y="3733800"/>
            <a:ext cx="2741663" cy="2743200"/>
          </a:xfrm>
          <a:prstGeom prst="rect">
            <a:avLst/>
          </a:prstGeom>
          <a:blipFill>
            <a:blip r:embed="rId2" cstate="screen">
              <a:extLst>
                <a:ext uri="{28A0092B-C50C-407E-A947-70E740481C1C}">
                  <a14:useLocalDpi xmlns:a14="http://schemas.microsoft.com/office/drawing/2010/main"/>
                </a:ext>
              </a:extLst>
            </a:blip>
            <a:stretch>
              <a:fillRect/>
            </a:stretch>
          </a:blipFill>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a:extLst>
              <a:ext uri="{FF2B5EF4-FFF2-40B4-BE49-F238E27FC236}">
                <a16:creationId xmlns:a16="http://schemas.microsoft.com/office/drawing/2014/main" id="{FFBA20BF-6E67-EA95-53B0-F188DED3EBCD}"/>
              </a:ext>
            </a:extLst>
          </p:cNvPr>
          <p:cNvSpPr>
            <a:spLocks noGrp="1"/>
          </p:cNvSpPr>
          <p:nvPr>
            <p:ph type="dt" sz="half" idx="18"/>
          </p:nvPr>
        </p:nvSpPr>
        <p:spPr>
          <a:xfrm>
            <a:off x="381000" y="3049200"/>
            <a:ext cx="1315720" cy="304800"/>
          </a:xfrm>
        </p:spPr>
        <p:txBody>
          <a:bodyPr/>
          <a:lstStyle/>
          <a:p>
            <a:r>
              <a:rPr lang="en-US" noProof="0"/>
              <a:t>January 2026</a:t>
            </a:r>
          </a:p>
        </p:txBody>
      </p:sp>
      <p:sp>
        <p:nvSpPr>
          <p:cNvPr id="9" name="SubTitle">
            <a:extLst>
              <a:ext uri="{FF2B5EF4-FFF2-40B4-BE49-F238E27FC236}">
                <a16:creationId xmlns:a16="http://schemas.microsoft.com/office/drawing/2014/main" id="{F84AF061-2BD7-B395-13B3-8F8BF417226F}"/>
              </a:ext>
            </a:extLst>
          </p:cNvPr>
          <p:cNvSpPr>
            <a:spLocks noGrp="1"/>
          </p:cNvSpPr>
          <p:nvPr>
            <p:ph type="body" sz="quarter" idx="16" hasCustomPrompt="1"/>
          </p:nvPr>
        </p:nvSpPr>
        <p:spPr>
          <a:xfrm>
            <a:off x="381000" y="2438400"/>
            <a:ext cx="11430000" cy="609600"/>
          </a:xfrm>
          <a:prstGeom prst="rect">
            <a:avLst/>
          </a:prstGeom>
        </p:spPr>
        <p:txBody>
          <a:bodyPr lIns="0" rIns="0"/>
          <a:lstStyle>
            <a:lvl1pPr marL="0" indent="0">
              <a:lnSpc>
                <a:spcPct val="100000"/>
              </a:lnSpc>
              <a:buFont typeface="Arial" panose="020B0604020202020204" pitchFamily="34" charset="0"/>
              <a:buNone/>
              <a:defRPr>
                <a:solidFill>
                  <a:schemeClr val="bg1"/>
                </a:solidFill>
              </a:defRPr>
            </a:lvl1pPr>
            <a:lvl2pPr marL="457200" indent="0">
              <a:buFont typeface="Arial" panose="020B0604020202020204" pitchFamily="34" charset="0"/>
              <a:buNone/>
              <a:defRPr/>
            </a:lvl2pPr>
            <a:lvl3pPr marL="914400" indent="0">
              <a:buNone/>
              <a:defRPr/>
            </a:lvl3pPr>
            <a:lvl4pPr marL="1371600" indent="0">
              <a:buNone/>
              <a:defRPr/>
            </a:lvl4pPr>
            <a:lvl5pPr marL="1828800" indent="0">
              <a:buNone/>
              <a:defRPr/>
            </a:lvl5pPr>
          </a:lstStyle>
          <a:p>
            <a:pPr lvl="0"/>
            <a:r>
              <a:rPr lang="en-US" noProof="0"/>
              <a:t>Click to enter the subtitle text</a:t>
            </a:r>
          </a:p>
        </p:txBody>
      </p:sp>
      <p:sp>
        <p:nvSpPr>
          <p:cNvPr id="7" name="MainTitle">
            <a:extLst>
              <a:ext uri="{FF2B5EF4-FFF2-40B4-BE49-F238E27FC236}">
                <a16:creationId xmlns:a16="http://schemas.microsoft.com/office/drawing/2014/main" id="{ABB14F8B-3974-9BD2-A151-F10E66DC4D84}"/>
              </a:ext>
            </a:extLst>
          </p:cNvPr>
          <p:cNvSpPr>
            <a:spLocks noGrp="1"/>
          </p:cNvSpPr>
          <p:nvPr>
            <p:ph type="title" hasCustomPrompt="1"/>
          </p:nvPr>
        </p:nvSpPr>
        <p:spPr>
          <a:xfrm>
            <a:off x="381000" y="1066800"/>
            <a:ext cx="11430000" cy="1371600"/>
          </a:xfrm>
        </p:spPr>
        <p:txBody>
          <a:bodyPr/>
          <a:lstStyle/>
          <a:p>
            <a:r>
              <a:rPr lang="en-US" noProof="0"/>
              <a:t>Click to edit title</a:t>
            </a:r>
          </a:p>
        </p:txBody>
      </p:sp>
      <p:sp>
        <p:nvSpPr>
          <p:cNvPr id="8" name="Legal">
            <a:extLst>
              <a:ext uri="{FF2B5EF4-FFF2-40B4-BE49-F238E27FC236}">
                <a16:creationId xmlns:a16="http://schemas.microsoft.com/office/drawing/2014/main" id="{1D3E7B21-42CE-65FE-E9DB-ABE96BDEB78F}"/>
              </a:ext>
            </a:extLst>
          </p:cNvPr>
          <p:cNvSpPr>
            <a:spLocks noGrp="1"/>
          </p:cNvSpPr>
          <p:nvPr>
            <p:ph type="ftr" sz="quarter" idx="19"/>
          </p:nvPr>
        </p:nvSpPr>
        <p:spPr>
          <a:xfrm>
            <a:off x="8458200" y="3049200"/>
            <a:ext cx="3352800" cy="304800"/>
          </a:xfrm>
        </p:spPr>
        <p:txBody>
          <a:bodyPr/>
          <a:lstStyle>
            <a:lvl1pPr algn="r">
              <a:defRPr b="0" i="0">
                <a:latin typeface="Arial" panose="020B0604020202020204" pitchFamily="34" charset="0"/>
              </a:defRPr>
            </a:lvl1pPr>
          </a:lstStyle>
          <a:p>
            <a:r>
              <a:rPr lang="en-US" noProof="0"/>
              <a:t>© 2026 NTT DATA, Inc.</a:t>
            </a:r>
          </a:p>
        </p:txBody>
      </p:sp>
      <p:sp>
        <p:nvSpPr>
          <p:cNvPr id="4" name="InformationType">
            <a:extLst>
              <a:ext uri="{FF2B5EF4-FFF2-40B4-BE49-F238E27FC236}">
                <a16:creationId xmlns:a16="http://schemas.microsoft.com/office/drawing/2014/main" id="{0D1C59CF-9752-86EF-EC48-38D7153FEE2A}"/>
              </a:ext>
            </a:extLst>
          </p:cNvPr>
          <p:cNvSpPr>
            <a:spLocks noGrp="1"/>
          </p:cNvSpPr>
          <p:nvPr>
            <p:ph type="body" sz="quarter" idx="21" hasCustomPrompt="1"/>
          </p:nvPr>
        </p:nvSpPr>
        <p:spPr>
          <a:xfrm>
            <a:off x="5063060" y="3048000"/>
            <a:ext cx="2065880" cy="300318"/>
          </a:xfrm>
          <a:prstGeom prst="rect">
            <a:avLst/>
          </a:prstGeom>
        </p:spPr>
        <p:txBody>
          <a:bodyPr anchor="ctr"/>
          <a:lstStyle>
            <a:lvl1pPr algn="ctr">
              <a:defRPr lang="en-US" sz="1200" b="0" i="0" kern="1200" dirty="0">
                <a:solidFill>
                  <a:schemeClr val="tx2"/>
                </a:solidFill>
                <a:latin typeface="Arial" panose="020B0604020202020204" pitchFamily="34" charset="0"/>
                <a:ea typeface="+mn-ea"/>
                <a:cs typeface="+mn-cs"/>
              </a:defRPr>
            </a:lvl1pPr>
          </a:lstStyle>
          <a:p>
            <a:pPr lvl="0"/>
            <a:r>
              <a:rPr lang="en-US" noProof="0"/>
              <a:t>[Information Type]</a:t>
            </a:r>
          </a:p>
        </p:txBody>
      </p:sp>
    </p:spTree>
    <p:extLst>
      <p:ext uri="{BB962C8B-B14F-4D97-AF65-F5344CB8AC3E}">
        <p14:creationId xmlns:p14="http://schemas.microsoft.com/office/powerpoint/2010/main" val="1841880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9224E-6D9A-F20A-E95C-3BD86FD1C342}"/>
              </a:ext>
            </a:extLst>
          </p:cNvPr>
          <p:cNvSpPr>
            <a:spLocks noGrp="1"/>
          </p:cNvSpPr>
          <p:nvPr>
            <p:ph type="title"/>
          </p:nvPr>
        </p:nvSpPr>
        <p:spPr/>
        <p:txBody>
          <a:bodyPr vert="horz" lIns="0" tIns="45720" rIns="0" bIns="45720" rtlCol="0" anchor="t">
            <a:noAutofit/>
          </a:bodyPr>
          <a:lstStyle>
            <a:lvl1pPr>
              <a:defRPr lang="en-US"/>
            </a:lvl1pPr>
          </a:lstStyle>
          <a:p>
            <a:pPr lvl="0">
              <a:lnSpc>
                <a:spcPct val="100000"/>
              </a:lnSpc>
            </a:pPr>
            <a:r>
              <a:rPr lang="en-US"/>
              <a:t>Click to edit Master title style</a:t>
            </a:r>
          </a:p>
        </p:txBody>
      </p:sp>
      <p:sp>
        <p:nvSpPr>
          <p:cNvPr id="3" name="Date Placeholder 2">
            <a:extLst>
              <a:ext uri="{FF2B5EF4-FFF2-40B4-BE49-F238E27FC236}">
                <a16:creationId xmlns:a16="http://schemas.microsoft.com/office/drawing/2014/main" id="{55D3C075-3634-BEB1-AB31-623AD293F0B4}"/>
              </a:ext>
            </a:extLst>
          </p:cNvPr>
          <p:cNvSpPr>
            <a:spLocks noGrp="1"/>
          </p:cNvSpPr>
          <p:nvPr>
            <p:ph type="dt" sz="half" idx="10"/>
          </p:nvPr>
        </p:nvSpPr>
        <p:spPr/>
        <p:txBody>
          <a:bodyPr/>
          <a:lstStyle/>
          <a:p>
            <a:r>
              <a:rPr lang="en-US"/>
              <a:t>January 2026</a:t>
            </a:r>
          </a:p>
        </p:txBody>
      </p:sp>
      <p:sp>
        <p:nvSpPr>
          <p:cNvPr id="4" name="Footer Placeholder 3">
            <a:extLst>
              <a:ext uri="{FF2B5EF4-FFF2-40B4-BE49-F238E27FC236}">
                <a16:creationId xmlns:a16="http://schemas.microsoft.com/office/drawing/2014/main" id="{45657D48-2016-6562-8C30-A2CF18ED1733}"/>
              </a:ext>
            </a:extLst>
          </p:cNvPr>
          <p:cNvSpPr>
            <a:spLocks noGrp="1"/>
          </p:cNvSpPr>
          <p:nvPr>
            <p:ph type="ftr" sz="quarter" idx="11"/>
          </p:nvPr>
        </p:nvSpPr>
        <p:spPr/>
        <p:txBody>
          <a:bodyPr/>
          <a:lstStyle/>
          <a:p>
            <a:r>
              <a:rPr lang="en-US"/>
              <a:t>© 2026 NTT DATA, Inc.</a:t>
            </a:r>
          </a:p>
        </p:txBody>
      </p:sp>
      <p:sp>
        <p:nvSpPr>
          <p:cNvPr id="5" name="Slide Number Placeholder 4">
            <a:extLst>
              <a:ext uri="{FF2B5EF4-FFF2-40B4-BE49-F238E27FC236}">
                <a16:creationId xmlns:a16="http://schemas.microsoft.com/office/drawing/2014/main" id="{851B9585-B814-96B8-821F-CFBD1EE522B1}"/>
              </a:ext>
            </a:extLst>
          </p:cNvPr>
          <p:cNvSpPr>
            <a:spLocks noGrp="1"/>
          </p:cNvSpPr>
          <p:nvPr>
            <p:ph type="sldNum" sz="quarter" idx="12"/>
          </p:nvPr>
        </p:nvSpPr>
        <p:spPr>
          <a:xfrm>
            <a:off x="5562600" y="6400800"/>
            <a:ext cx="1066800" cy="304800"/>
          </a:xfrm>
          <a:prstGeom prst="rect">
            <a:avLst/>
          </a:prstGeom>
        </p:spPr>
        <p:txBody>
          <a:bodyPr/>
          <a:lstStyle/>
          <a:p>
            <a:pPr algn="ctr"/>
            <a:fld id="{60D39823-8059-4D49-BD26-6D32C31B8621}" type="slidenum">
              <a:rPr lang="en-US" smtClean="0"/>
              <a:pPr algn="ctr"/>
              <a:t>‹#›</a:t>
            </a:fld>
            <a:endParaRPr lang="en-US"/>
          </a:p>
        </p:txBody>
      </p:sp>
    </p:spTree>
    <p:extLst>
      <p:ext uri="{BB962C8B-B14F-4D97-AF65-F5344CB8AC3E}">
        <p14:creationId xmlns:p14="http://schemas.microsoft.com/office/powerpoint/2010/main" val="123393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1 Column Body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1A231-5EDC-C1A1-4ABB-BC6DA52F4EC1}"/>
              </a:ext>
            </a:extLst>
          </p:cNvPr>
          <p:cNvSpPr>
            <a:spLocks noGrp="1"/>
          </p:cNvSpPr>
          <p:nvPr>
            <p:ph type="title"/>
          </p:nvPr>
        </p:nvSpPr>
        <p:spPr/>
        <p:txBody>
          <a:bodyPr vert="horz" lIns="0" tIns="45720" rIns="0" bIns="45720" rtlCol="0" anchor="t">
            <a:noAutofit/>
          </a:bodyPr>
          <a:lstStyle>
            <a:lvl1pPr>
              <a:defRPr lang="en-US"/>
            </a:lvl1pPr>
          </a:lstStyle>
          <a:p>
            <a:pPr lvl="0">
              <a:lnSpc>
                <a:spcPct val="100000"/>
              </a:lnSpc>
            </a:pPr>
            <a:r>
              <a:rPr lang="en-US"/>
              <a:t>Click to edit Master title style</a:t>
            </a:r>
          </a:p>
        </p:txBody>
      </p:sp>
      <p:sp>
        <p:nvSpPr>
          <p:cNvPr id="3" name="Date Placeholder 2">
            <a:extLst>
              <a:ext uri="{FF2B5EF4-FFF2-40B4-BE49-F238E27FC236}">
                <a16:creationId xmlns:a16="http://schemas.microsoft.com/office/drawing/2014/main" id="{DC224402-4AF5-E408-D3B7-C91183711897}"/>
              </a:ext>
            </a:extLst>
          </p:cNvPr>
          <p:cNvSpPr>
            <a:spLocks noGrp="1"/>
          </p:cNvSpPr>
          <p:nvPr>
            <p:ph type="dt" sz="half" idx="10"/>
          </p:nvPr>
        </p:nvSpPr>
        <p:spPr/>
        <p:txBody>
          <a:bodyPr/>
          <a:lstStyle/>
          <a:p>
            <a:r>
              <a:rPr lang="en-US"/>
              <a:t>January 2026</a:t>
            </a:r>
          </a:p>
        </p:txBody>
      </p:sp>
      <p:sp>
        <p:nvSpPr>
          <p:cNvPr id="4" name="Footer Placeholder 3">
            <a:extLst>
              <a:ext uri="{FF2B5EF4-FFF2-40B4-BE49-F238E27FC236}">
                <a16:creationId xmlns:a16="http://schemas.microsoft.com/office/drawing/2014/main" id="{DEDB1DA6-2C96-66B0-2A4C-85DA50585493}"/>
              </a:ext>
            </a:extLst>
          </p:cNvPr>
          <p:cNvSpPr>
            <a:spLocks noGrp="1"/>
          </p:cNvSpPr>
          <p:nvPr>
            <p:ph type="ftr" sz="quarter" idx="11"/>
          </p:nvPr>
        </p:nvSpPr>
        <p:spPr/>
        <p:txBody>
          <a:bodyPr/>
          <a:lstStyle/>
          <a:p>
            <a:r>
              <a:rPr lang="en-US"/>
              <a:t>© 2026 NTT DATA, Inc.</a:t>
            </a:r>
          </a:p>
        </p:txBody>
      </p:sp>
      <p:sp>
        <p:nvSpPr>
          <p:cNvPr id="5" name="Slide Number Placeholder 4">
            <a:extLst>
              <a:ext uri="{FF2B5EF4-FFF2-40B4-BE49-F238E27FC236}">
                <a16:creationId xmlns:a16="http://schemas.microsoft.com/office/drawing/2014/main" id="{E2979F26-3C27-4303-6B8D-77E75E532965}"/>
              </a:ext>
            </a:extLst>
          </p:cNvPr>
          <p:cNvSpPr>
            <a:spLocks noGrp="1"/>
          </p:cNvSpPr>
          <p:nvPr>
            <p:ph type="sldNum" sz="quarter" idx="12"/>
          </p:nvPr>
        </p:nvSpPr>
        <p:spPr>
          <a:xfrm>
            <a:off x="5562600" y="6400800"/>
            <a:ext cx="1066800" cy="304800"/>
          </a:xfrm>
          <a:prstGeom prst="rect">
            <a:avLst/>
          </a:prstGeom>
        </p:spPr>
        <p:txBody>
          <a:bodyPr/>
          <a:lstStyle/>
          <a:p>
            <a:pPr algn="ctr"/>
            <a:fld id="{60D39823-8059-4D49-BD26-6D32C31B8621}" type="slidenum">
              <a:rPr lang="en-US" smtClean="0"/>
              <a:pPr algn="ctr"/>
              <a:t>‹#›</a:t>
            </a:fld>
            <a:endParaRPr lang="en-US"/>
          </a:p>
        </p:txBody>
      </p:sp>
      <p:sp>
        <p:nvSpPr>
          <p:cNvPr id="7" name="Content Placeholder 6">
            <a:extLst>
              <a:ext uri="{FF2B5EF4-FFF2-40B4-BE49-F238E27FC236}">
                <a16:creationId xmlns:a16="http://schemas.microsoft.com/office/drawing/2014/main" id="{2D21A092-B787-801E-8664-20954CF6809B}"/>
              </a:ext>
            </a:extLst>
          </p:cNvPr>
          <p:cNvSpPr>
            <a:spLocks noGrp="1"/>
          </p:cNvSpPr>
          <p:nvPr>
            <p:ph sz="quarter" idx="13"/>
          </p:nvPr>
        </p:nvSpPr>
        <p:spPr>
          <a:xfrm>
            <a:off x="381000" y="1371600"/>
            <a:ext cx="114300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11436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itle, 2 Column Body Tex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066817-B6CF-A2DE-966F-DB9281D305B8}"/>
              </a:ext>
            </a:extLst>
          </p:cNvPr>
          <p:cNvSpPr>
            <a:spLocks noGrp="1"/>
          </p:cNvSpPr>
          <p:nvPr>
            <p:ph sz="half" idx="1"/>
          </p:nvPr>
        </p:nvSpPr>
        <p:spPr>
          <a:xfrm>
            <a:off x="381000" y="1371600"/>
            <a:ext cx="5562600" cy="487680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7829AD-F282-6D19-1BDE-62A372EE4637}"/>
              </a:ext>
            </a:extLst>
          </p:cNvPr>
          <p:cNvSpPr>
            <a:spLocks noGrp="1"/>
          </p:cNvSpPr>
          <p:nvPr>
            <p:ph sz="half" idx="2"/>
          </p:nvPr>
        </p:nvSpPr>
        <p:spPr>
          <a:xfrm>
            <a:off x="6248400" y="1371600"/>
            <a:ext cx="5562600" cy="487680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6DCFB687-132C-1CA9-8A9A-779EFBBCE80B}"/>
              </a:ext>
            </a:extLst>
          </p:cNvPr>
          <p:cNvSpPr>
            <a:spLocks noGrp="1"/>
          </p:cNvSpPr>
          <p:nvPr>
            <p:ph type="title"/>
          </p:nvPr>
        </p:nvSpPr>
        <p:spPr/>
        <p:txBody>
          <a:bodyPr vert="horz" lIns="0" tIns="45720" rIns="0" bIns="45720" rtlCol="0" anchor="t">
            <a:noAutofit/>
          </a:bodyPr>
          <a:lstStyle>
            <a:lvl1pPr>
              <a:defRPr lang="en-US"/>
            </a:lvl1pPr>
          </a:lstStyle>
          <a:p>
            <a:pPr lvl="0">
              <a:lnSpc>
                <a:spcPct val="100000"/>
              </a:lnSpc>
            </a:pPr>
            <a:r>
              <a:rPr lang="en-US"/>
              <a:t>Click to edit Master title style</a:t>
            </a:r>
          </a:p>
        </p:txBody>
      </p:sp>
      <p:sp>
        <p:nvSpPr>
          <p:cNvPr id="5" name="Date Placeholder 4">
            <a:extLst>
              <a:ext uri="{FF2B5EF4-FFF2-40B4-BE49-F238E27FC236}">
                <a16:creationId xmlns:a16="http://schemas.microsoft.com/office/drawing/2014/main" id="{1179F7A9-35D1-1344-0A60-0E8C3F562CD9}"/>
              </a:ext>
            </a:extLst>
          </p:cNvPr>
          <p:cNvSpPr>
            <a:spLocks noGrp="1"/>
          </p:cNvSpPr>
          <p:nvPr>
            <p:ph type="dt" sz="half" idx="10"/>
          </p:nvPr>
        </p:nvSpPr>
        <p:spPr/>
        <p:txBody>
          <a:bodyPr/>
          <a:lstStyle/>
          <a:p>
            <a:r>
              <a:rPr lang="en-US"/>
              <a:t>January 2026</a:t>
            </a:r>
          </a:p>
        </p:txBody>
      </p:sp>
      <p:sp>
        <p:nvSpPr>
          <p:cNvPr id="6" name="Footer Placeholder 5">
            <a:extLst>
              <a:ext uri="{FF2B5EF4-FFF2-40B4-BE49-F238E27FC236}">
                <a16:creationId xmlns:a16="http://schemas.microsoft.com/office/drawing/2014/main" id="{CAE9646E-BBCC-2CA0-9416-FFBF3870D6AE}"/>
              </a:ext>
            </a:extLst>
          </p:cNvPr>
          <p:cNvSpPr>
            <a:spLocks noGrp="1"/>
          </p:cNvSpPr>
          <p:nvPr>
            <p:ph type="ftr" sz="quarter" idx="11"/>
          </p:nvPr>
        </p:nvSpPr>
        <p:spPr>
          <a:xfrm>
            <a:off x="1371600" y="6400800"/>
            <a:ext cx="4114800" cy="304800"/>
          </a:xfrm>
          <a:prstGeom prst="rect">
            <a:avLst/>
          </a:prstGeom>
        </p:spPr>
        <p:txBody>
          <a:bodyPr/>
          <a:lstStyle/>
          <a:p>
            <a:r>
              <a:rPr lang="en-US"/>
              <a:t>© 2026 NTT DATA, Inc.</a:t>
            </a:r>
          </a:p>
        </p:txBody>
      </p:sp>
      <p:sp>
        <p:nvSpPr>
          <p:cNvPr id="7" name="Slide Number Placeholder 6">
            <a:extLst>
              <a:ext uri="{FF2B5EF4-FFF2-40B4-BE49-F238E27FC236}">
                <a16:creationId xmlns:a16="http://schemas.microsoft.com/office/drawing/2014/main" id="{EFFA3CBC-D481-CBC2-5EFC-A4CAE0345F5B}"/>
              </a:ext>
            </a:extLst>
          </p:cNvPr>
          <p:cNvSpPr>
            <a:spLocks noGrp="1"/>
          </p:cNvSpPr>
          <p:nvPr>
            <p:ph type="sldNum" sz="quarter" idx="12"/>
          </p:nvPr>
        </p:nvSpPr>
        <p:spPr>
          <a:xfrm>
            <a:off x="5562600" y="6400800"/>
            <a:ext cx="1066800" cy="304800"/>
          </a:xfrm>
          <a:prstGeom prst="rect">
            <a:avLst/>
          </a:prstGeom>
        </p:spPr>
        <p:txBody>
          <a:bodyPr/>
          <a:lstStyle>
            <a:lvl1pPr algn="ctr">
              <a:defRPr/>
            </a:lvl1pPr>
          </a:lstStyle>
          <a:p>
            <a:fld id="{60D39823-8059-4D49-BD26-6D32C31B8621}" type="slidenum">
              <a:rPr lang="en-US" smtClean="0"/>
              <a:pPr/>
              <a:t>‹#›</a:t>
            </a:fld>
            <a:endParaRPr lang="en-US"/>
          </a:p>
        </p:txBody>
      </p:sp>
    </p:spTree>
    <p:extLst>
      <p:ext uri="{BB962C8B-B14F-4D97-AF65-F5344CB8AC3E}">
        <p14:creationId xmlns:p14="http://schemas.microsoft.com/office/powerpoint/2010/main" val="1136681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3 Column Body Tex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066817-B6CF-A2DE-966F-DB9281D305B8}"/>
              </a:ext>
            </a:extLst>
          </p:cNvPr>
          <p:cNvSpPr>
            <a:spLocks noGrp="1"/>
          </p:cNvSpPr>
          <p:nvPr>
            <p:ph sz="half" idx="1"/>
          </p:nvPr>
        </p:nvSpPr>
        <p:spPr>
          <a:xfrm>
            <a:off x="381000" y="1371600"/>
            <a:ext cx="3657600" cy="487680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7829AD-F282-6D19-1BDE-62A372EE4637}"/>
              </a:ext>
            </a:extLst>
          </p:cNvPr>
          <p:cNvSpPr>
            <a:spLocks noGrp="1"/>
          </p:cNvSpPr>
          <p:nvPr>
            <p:ph sz="half" idx="2"/>
          </p:nvPr>
        </p:nvSpPr>
        <p:spPr>
          <a:xfrm>
            <a:off x="4267200" y="1371600"/>
            <a:ext cx="3657600" cy="487680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3BCA8BAD-045F-5449-26C8-1CC7E5D921AD}"/>
              </a:ext>
            </a:extLst>
          </p:cNvPr>
          <p:cNvSpPr>
            <a:spLocks noGrp="1"/>
          </p:cNvSpPr>
          <p:nvPr>
            <p:ph sz="half" idx="13"/>
          </p:nvPr>
        </p:nvSpPr>
        <p:spPr>
          <a:xfrm>
            <a:off x="8153400" y="1371600"/>
            <a:ext cx="3657600" cy="487680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6DCFB687-132C-1CA9-8A9A-779EFBBCE80B}"/>
              </a:ext>
            </a:extLst>
          </p:cNvPr>
          <p:cNvSpPr>
            <a:spLocks noGrp="1"/>
          </p:cNvSpPr>
          <p:nvPr>
            <p:ph type="title"/>
          </p:nvPr>
        </p:nvSpPr>
        <p:spPr/>
        <p:txBody>
          <a:bodyPr vert="horz" lIns="0" tIns="45720" rIns="0" bIns="45720" rtlCol="0" anchor="t">
            <a:noAutofit/>
          </a:bodyPr>
          <a:lstStyle>
            <a:lvl1pPr>
              <a:defRPr lang="en-US"/>
            </a:lvl1pPr>
          </a:lstStyle>
          <a:p>
            <a:pPr lvl="0">
              <a:lnSpc>
                <a:spcPct val="100000"/>
              </a:lnSpc>
            </a:pPr>
            <a:r>
              <a:rPr lang="en-US"/>
              <a:t>Click to edit Master title style</a:t>
            </a:r>
          </a:p>
        </p:txBody>
      </p:sp>
      <p:sp>
        <p:nvSpPr>
          <p:cNvPr id="5" name="Date Placeholder 4">
            <a:extLst>
              <a:ext uri="{FF2B5EF4-FFF2-40B4-BE49-F238E27FC236}">
                <a16:creationId xmlns:a16="http://schemas.microsoft.com/office/drawing/2014/main" id="{1179F7A9-35D1-1344-0A60-0E8C3F562CD9}"/>
              </a:ext>
            </a:extLst>
          </p:cNvPr>
          <p:cNvSpPr>
            <a:spLocks noGrp="1"/>
          </p:cNvSpPr>
          <p:nvPr>
            <p:ph type="dt" sz="half" idx="10"/>
          </p:nvPr>
        </p:nvSpPr>
        <p:spPr/>
        <p:txBody>
          <a:bodyPr/>
          <a:lstStyle/>
          <a:p>
            <a:r>
              <a:rPr lang="en-US"/>
              <a:t>January 2026</a:t>
            </a:r>
          </a:p>
        </p:txBody>
      </p:sp>
      <p:sp>
        <p:nvSpPr>
          <p:cNvPr id="6" name="Footer Placeholder 5">
            <a:extLst>
              <a:ext uri="{FF2B5EF4-FFF2-40B4-BE49-F238E27FC236}">
                <a16:creationId xmlns:a16="http://schemas.microsoft.com/office/drawing/2014/main" id="{CAE9646E-BBCC-2CA0-9416-FFBF3870D6AE}"/>
              </a:ext>
            </a:extLst>
          </p:cNvPr>
          <p:cNvSpPr>
            <a:spLocks noGrp="1"/>
          </p:cNvSpPr>
          <p:nvPr>
            <p:ph type="ftr" sz="quarter" idx="11"/>
          </p:nvPr>
        </p:nvSpPr>
        <p:spPr>
          <a:xfrm>
            <a:off x="1371600" y="6400800"/>
            <a:ext cx="4114800" cy="304800"/>
          </a:xfrm>
          <a:prstGeom prst="rect">
            <a:avLst/>
          </a:prstGeom>
        </p:spPr>
        <p:txBody>
          <a:bodyPr/>
          <a:lstStyle/>
          <a:p>
            <a:r>
              <a:rPr lang="en-US"/>
              <a:t>© 2026 NTT DATA, Inc.</a:t>
            </a:r>
          </a:p>
        </p:txBody>
      </p:sp>
      <p:sp>
        <p:nvSpPr>
          <p:cNvPr id="7" name="Slide Number Placeholder 6">
            <a:extLst>
              <a:ext uri="{FF2B5EF4-FFF2-40B4-BE49-F238E27FC236}">
                <a16:creationId xmlns:a16="http://schemas.microsoft.com/office/drawing/2014/main" id="{EFFA3CBC-D481-CBC2-5EFC-A4CAE0345F5B}"/>
              </a:ext>
            </a:extLst>
          </p:cNvPr>
          <p:cNvSpPr>
            <a:spLocks noGrp="1"/>
          </p:cNvSpPr>
          <p:nvPr>
            <p:ph type="sldNum" sz="quarter" idx="12"/>
          </p:nvPr>
        </p:nvSpPr>
        <p:spPr>
          <a:xfrm>
            <a:off x="5562600" y="6400800"/>
            <a:ext cx="1066800" cy="304800"/>
          </a:xfrm>
          <a:prstGeom prst="rect">
            <a:avLst/>
          </a:prstGeom>
        </p:spPr>
        <p:txBody>
          <a:bodyPr/>
          <a:lstStyle>
            <a:lvl1pPr algn="ctr">
              <a:defRPr/>
            </a:lvl1pPr>
          </a:lstStyle>
          <a:p>
            <a:fld id="{60D39823-8059-4D49-BD26-6D32C31B8621}" type="slidenum">
              <a:rPr lang="en-US" smtClean="0"/>
              <a:pPr/>
              <a:t>‹#›</a:t>
            </a:fld>
            <a:endParaRPr lang="en-US"/>
          </a:p>
        </p:txBody>
      </p:sp>
    </p:spTree>
    <p:extLst>
      <p:ext uri="{BB962C8B-B14F-4D97-AF65-F5344CB8AC3E}">
        <p14:creationId xmlns:p14="http://schemas.microsoft.com/office/powerpoint/2010/main" val="3025738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65EA9222-DBBF-5953-8E15-DA10C04897EB}"/>
              </a:ext>
            </a:extLst>
          </p:cNvPr>
          <p:cNvSpPr>
            <a:spLocks noGrp="1"/>
          </p:cNvSpPr>
          <p:nvPr>
            <p:ph type="body" sz="quarter" idx="13"/>
          </p:nvPr>
        </p:nvSpPr>
        <p:spPr>
          <a:xfrm>
            <a:off x="381000" y="838200"/>
            <a:ext cx="11430000" cy="685800"/>
          </a:xfrm>
        </p:spPr>
        <p:txBody>
          <a:bodyPr>
            <a:noAutofit/>
          </a:bodyPr>
          <a:lstStyle>
            <a:lvl1pPr marL="0" indent="0">
              <a:buNone/>
              <a:defRPr lang="en-US" sz="2000" kern="1200" dirty="0" smtClean="0">
                <a:solidFill>
                  <a:schemeClr val="bg2"/>
                </a:solidFill>
                <a:latin typeface="Arial" panose="020B0604020202020204" pitchFamily="34" charset="0"/>
                <a:ea typeface="+mn-ea"/>
                <a:cs typeface="Arial" panose="020B0604020202020204" pitchFamily="34" charset="0"/>
              </a:defRPr>
            </a:lvl1pPr>
          </a:lstStyle>
          <a:p>
            <a:pPr marL="0" lvl="0" indent="0" algn="l" defTabSz="914400" rtl="0" eaLnBrk="1" latinLnBrk="0" hangingPunct="1">
              <a:lnSpc>
                <a:spcPct val="100000"/>
              </a:lnSpc>
              <a:spcBef>
                <a:spcPts val="0"/>
              </a:spcBef>
              <a:spcAft>
                <a:spcPts val="1200"/>
              </a:spcAft>
              <a:buFont typeface="Arial" panose="020B0604020202020204" pitchFamily="34" charset="0"/>
              <a:buNone/>
            </a:pPr>
            <a:r>
              <a:rPr lang="en-US"/>
              <a:t>Click to edit Master text styles</a:t>
            </a:r>
          </a:p>
        </p:txBody>
      </p:sp>
      <p:sp>
        <p:nvSpPr>
          <p:cNvPr id="2" name="Title 1">
            <a:extLst>
              <a:ext uri="{FF2B5EF4-FFF2-40B4-BE49-F238E27FC236}">
                <a16:creationId xmlns:a16="http://schemas.microsoft.com/office/drawing/2014/main" id="{3062DF17-A1AB-7E8D-EC34-3A4A87B7B9CE}"/>
              </a:ext>
            </a:extLst>
          </p:cNvPr>
          <p:cNvSpPr>
            <a:spLocks noGrp="1"/>
          </p:cNvSpPr>
          <p:nvPr>
            <p:ph type="title"/>
          </p:nvPr>
        </p:nvSpPr>
        <p:spPr/>
        <p:txBody>
          <a:bodyPr vert="horz" lIns="0" tIns="45720" rIns="0" bIns="45720" rtlCol="0" anchor="t">
            <a:noAutofit/>
          </a:bodyPr>
          <a:lstStyle>
            <a:lvl1pPr>
              <a:defRPr lang="en-US"/>
            </a:lvl1pPr>
          </a:lstStyle>
          <a:p>
            <a:pPr lvl="0">
              <a:lnSpc>
                <a:spcPct val="100000"/>
              </a:lnSpc>
            </a:pPr>
            <a:r>
              <a:rPr lang="en-US"/>
              <a:t>Click to edit Master title style</a:t>
            </a:r>
          </a:p>
        </p:txBody>
      </p:sp>
      <p:sp>
        <p:nvSpPr>
          <p:cNvPr id="3" name="Date Placeholder 2">
            <a:extLst>
              <a:ext uri="{FF2B5EF4-FFF2-40B4-BE49-F238E27FC236}">
                <a16:creationId xmlns:a16="http://schemas.microsoft.com/office/drawing/2014/main" id="{3B3B26C9-4CC7-EA8C-EBD1-615FCBB4A9FA}"/>
              </a:ext>
            </a:extLst>
          </p:cNvPr>
          <p:cNvSpPr>
            <a:spLocks noGrp="1"/>
          </p:cNvSpPr>
          <p:nvPr>
            <p:ph type="dt" sz="half" idx="10"/>
          </p:nvPr>
        </p:nvSpPr>
        <p:spPr/>
        <p:txBody>
          <a:bodyPr/>
          <a:lstStyle/>
          <a:p>
            <a:r>
              <a:rPr lang="en-US"/>
              <a:t>January 2026</a:t>
            </a:r>
          </a:p>
        </p:txBody>
      </p:sp>
      <p:sp>
        <p:nvSpPr>
          <p:cNvPr id="4" name="Footer Placeholder 3">
            <a:extLst>
              <a:ext uri="{FF2B5EF4-FFF2-40B4-BE49-F238E27FC236}">
                <a16:creationId xmlns:a16="http://schemas.microsoft.com/office/drawing/2014/main" id="{53161E99-54BE-C3A5-B54E-49B9C7224B09}"/>
              </a:ext>
            </a:extLst>
          </p:cNvPr>
          <p:cNvSpPr>
            <a:spLocks noGrp="1"/>
          </p:cNvSpPr>
          <p:nvPr>
            <p:ph type="ftr" sz="quarter" idx="11"/>
          </p:nvPr>
        </p:nvSpPr>
        <p:spPr/>
        <p:txBody>
          <a:bodyPr/>
          <a:lstStyle/>
          <a:p>
            <a:r>
              <a:rPr lang="en-US"/>
              <a:t>© 2026 NTT DATA, Inc.</a:t>
            </a:r>
          </a:p>
        </p:txBody>
      </p:sp>
      <p:sp>
        <p:nvSpPr>
          <p:cNvPr id="5" name="Slide Number Placeholder 4">
            <a:extLst>
              <a:ext uri="{FF2B5EF4-FFF2-40B4-BE49-F238E27FC236}">
                <a16:creationId xmlns:a16="http://schemas.microsoft.com/office/drawing/2014/main" id="{C716319C-85FE-4494-FC99-C4DE72E7B990}"/>
              </a:ext>
            </a:extLst>
          </p:cNvPr>
          <p:cNvSpPr>
            <a:spLocks noGrp="1"/>
          </p:cNvSpPr>
          <p:nvPr>
            <p:ph type="sldNum" sz="quarter" idx="12"/>
          </p:nvPr>
        </p:nvSpPr>
        <p:spPr>
          <a:xfrm>
            <a:off x="5562600" y="6400800"/>
            <a:ext cx="1066800" cy="304800"/>
          </a:xfrm>
          <a:prstGeom prst="rect">
            <a:avLst/>
          </a:prstGeom>
        </p:spPr>
        <p:txBody>
          <a:bodyPr/>
          <a:lstStyle/>
          <a:p>
            <a:pPr algn="ctr"/>
            <a:fld id="{60D39823-8059-4D49-BD26-6D32C31B8621}" type="slidenum">
              <a:rPr lang="en-US" smtClean="0"/>
              <a:pPr algn="ctr"/>
              <a:t>‹#›</a:t>
            </a:fld>
            <a:endParaRPr lang="en-US"/>
          </a:p>
        </p:txBody>
      </p:sp>
    </p:spTree>
    <p:extLst>
      <p:ext uri="{BB962C8B-B14F-4D97-AF65-F5344CB8AC3E}">
        <p14:creationId xmlns:p14="http://schemas.microsoft.com/office/powerpoint/2010/main" val="17778332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ubtitle, 1 Column Body Text">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65EA9222-DBBF-5953-8E15-DA10C04897EB}"/>
              </a:ext>
            </a:extLst>
          </p:cNvPr>
          <p:cNvSpPr>
            <a:spLocks noGrp="1"/>
          </p:cNvSpPr>
          <p:nvPr>
            <p:ph type="body" sz="quarter" idx="13"/>
          </p:nvPr>
        </p:nvSpPr>
        <p:spPr>
          <a:xfrm>
            <a:off x="381000" y="838200"/>
            <a:ext cx="11430000" cy="685800"/>
          </a:xfrm>
        </p:spPr>
        <p:txBody>
          <a:bodyPr>
            <a:noAutofit/>
          </a:bodyPr>
          <a:lstStyle>
            <a:lvl1pPr marL="0" indent="0">
              <a:buNone/>
              <a:defRPr lang="en-US" sz="2000" kern="1200" dirty="0" smtClean="0">
                <a:solidFill>
                  <a:schemeClr val="bg2"/>
                </a:solidFill>
                <a:latin typeface="Arial" panose="020B0604020202020204" pitchFamily="34" charset="0"/>
                <a:ea typeface="+mn-ea"/>
                <a:cs typeface="Arial" panose="020B0604020202020204" pitchFamily="34" charset="0"/>
              </a:defRPr>
            </a:lvl1pPr>
          </a:lstStyle>
          <a:p>
            <a:pPr marL="0" lvl="0" indent="0" algn="l" defTabSz="914400" rtl="0" eaLnBrk="1" latinLnBrk="0" hangingPunct="1">
              <a:lnSpc>
                <a:spcPct val="100000"/>
              </a:lnSpc>
              <a:spcBef>
                <a:spcPts val="0"/>
              </a:spcBef>
              <a:spcAft>
                <a:spcPts val="1200"/>
              </a:spcAft>
              <a:buFont typeface="Arial" panose="020B0604020202020204" pitchFamily="34" charset="0"/>
              <a:buNone/>
            </a:pPr>
            <a:r>
              <a:rPr lang="en-US"/>
              <a:t>Click to edit Master text styles</a:t>
            </a:r>
          </a:p>
        </p:txBody>
      </p:sp>
      <p:sp>
        <p:nvSpPr>
          <p:cNvPr id="2" name="Title 1">
            <a:extLst>
              <a:ext uri="{FF2B5EF4-FFF2-40B4-BE49-F238E27FC236}">
                <a16:creationId xmlns:a16="http://schemas.microsoft.com/office/drawing/2014/main" id="{3062DF17-A1AB-7E8D-EC34-3A4A87B7B9CE}"/>
              </a:ext>
            </a:extLst>
          </p:cNvPr>
          <p:cNvSpPr>
            <a:spLocks noGrp="1"/>
          </p:cNvSpPr>
          <p:nvPr>
            <p:ph type="title"/>
          </p:nvPr>
        </p:nvSpPr>
        <p:spPr/>
        <p:txBody>
          <a:bodyPr vert="horz" lIns="0" tIns="45720" rIns="0" bIns="45720" rtlCol="0" anchor="t">
            <a:noAutofit/>
          </a:bodyPr>
          <a:lstStyle>
            <a:lvl1pPr>
              <a:defRPr lang="en-US"/>
            </a:lvl1pPr>
          </a:lstStyle>
          <a:p>
            <a:pPr lvl="0">
              <a:lnSpc>
                <a:spcPct val="100000"/>
              </a:lnSpc>
            </a:pPr>
            <a:r>
              <a:rPr lang="en-US"/>
              <a:t>Click to edit Master title style</a:t>
            </a:r>
          </a:p>
        </p:txBody>
      </p:sp>
      <p:sp>
        <p:nvSpPr>
          <p:cNvPr id="3" name="Date Placeholder 2">
            <a:extLst>
              <a:ext uri="{FF2B5EF4-FFF2-40B4-BE49-F238E27FC236}">
                <a16:creationId xmlns:a16="http://schemas.microsoft.com/office/drawing/2014/main" id="{3B3B26C9-4CC7-EA8C-EBD1-615FCBB4A9FA}"/>
              </a:ext>
            </a:extLst>
          </p:cNvPr>
          <p:cNvSpPr>
            <a:spLocks noGrp="1"/>
          </p:cNvSpPr>
          <p:nvPr>
            <p:ph type="dt" sz="half" idx="10"/>
          </p:nvPr>
        </p:nvSpPr>
        <p:spPr/>
        <p:txBody>
          <a:bodyPr/>
          <a:lstStyle/>
          <a:p>
            <a:r>
              <a:rPr lang="en-US"/>
              <a:t>January 2026</a:t>
            </a:r>
          </a:p>
        </p:txBody>
      </p:sp>
      <p:sp>
        <p:nvSpPr>
          <p:cNvPr id="4" name="Footer Placeholder 3">
            <a:extLst>
              <a:ext uri="{FF2B5EF4-FFF2-40B4-BE49-F238E27FC236}">
                <a16:creationId xmlns:a16="http://schemas.microsoft.com/office/drawing/2014/main" id="{53161E99-54BE-C3A5-B54E-49B9C7224B09}"/>
              </a:ext>
            </a:extLst>
          </p:cNvPr>
          <p:cNvSpPr>
            <a:spLocks noGrp="1"/>
          </p:cNvSpPr>
          <p:nvPr>
            <p:ph type="ftr" sz="quarter" idx="11"/>
          </p:nvPr>
        </p:nvSpPr>
        <p:spPr/>
        <p:txBody>
          <a:bodyPr/>
          <a:lstStyle/>
          <a:p>
            <a:r>
              <a:rPr lang="en-US"/>
              <a:t>© 2026 NTT DATA, Inc.</a:t>
            </a:r>
          </a:p>
        </p:txBody>
      </p:sp>
      <p:sp>
        <p:nvSpPr>
          <p:cNvPr id="5" name="Slide Number Placeholder 4">
            <a:extLst>
              <a:ext uri="{FF2B5EF4-FFF2-40B4-BE49-F238E27FC236}">
                <a16:creationId xmlns:a16="http://schemas.microsoft.com/office/drawing/2014/main" id="{C716319C-85FE-4494-FC99-C4DE72E7B990}"/>
              </a:ext>
            </a:extLst>
          </p:cNvPr>
          <p:cNvSpPr>
            <a:spLocks noGrp="1"/>
          </p:cNvSpPr>
          <p:nvPr>
            <p:ph type="sldNum" sz="quarter" idx="12"/>
          </p:nvPr>
        </p:nvSpPr>
        <p:spPr>
          <a:xfrm>
            <a:off x="5562600" y="6400800"/>
            <a:ext cx="1066800" cy="304800"/>
          </a:xfrm>
          <a:prstGeom prst="rect">
            <a:avLst/>
          </a:prstGeom>
        </p:spPr>
        <p:txBody>
          <a:bodyPr/>
          <a:lstStyle/>
          <a:p>
            <a:pPr algn="ctr"/>
            <a:fld id="{60D39823-8059-4D49-BD26-6D32C31B8621}" type="slidenum">
              <a:rPr lang="en-US" smtClean="0"/>
              <a:pPr algn="ctr"/>
              <a:t>‹#›</a:t>
            </a:fld>
            <a:endParaRPr lang="en-US"/>
          </a:p>
        </p:txBody>
      </p:sp>
      <p:sp>
        <p:nvSpPr>
          <p:cNvPr id="8" name="Content Placeholder 7">
            <a:extLst>
              <a:ext uri="{FF2B5EF4-FFF2-40B4-BE49-F238E27FC236}">
                <a16:creationId xmlns:a16="http://schemas.microsoft.com/office/drawing/2014/main" id="{5568FE96-3E29-F907-5227-E6C308DA1835}"/>
              </a:ext>
            </a:extLst>
          </p:cNvPr>
          <p:cNvSpPr>
            <a:spLocks noGrp="1"/>
          </p:cNvSpPr>
          <p:nvPr>
            <p:ph sz="quarter" idx="14"/>
          </p:nvPr>
        </p:nvSpPr>
        <p:spPr>
          <a:xfrm>
            <a:off x="381000" y="1676400"/>
            <a:ext cx="11430000" cy="457200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532682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ubtitle, 2 Column Body Text">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65EA9222-DBBF-5953-8E15-DA10C04897EB}"/>
              </a:ext>
            </a:extLst>
          </p:cNvPr>
          <p:cNvSpPr>
            <a:spLocks noGrp="1"/>
          </p:cNvSpPr>
          <p:nvPr>
            <p:ph type="body" sz="quarter" idx="13"/>
          </p:nvPr>
        </p:nvSpPr>
        <p:spPr>
          <a:xfrm>
            <a:off x="381000" y="838200"/>
            <a:ext cx="11430000" cy="685800"/>
          </a:xfrm>
        </p:spPr>
        <p:txBody>
          <a:bodyPr>
            <a:noAutofit/>
          </a:bodyPr>
          <a:lstStyle>
            <a:lvl1pPr marL="0" indent="0">
              <a:buNone/>
              <a:defRPr lang="en-US" sz="2000" kern="1200" dirty="0" smtClean="0">
                <a:solidFill>
                  <a:schemeClr val="bg2"/>
                </a:solidFill>
                <a:latin typeface="Arial" panose="020B0604020202020204" pitchFamily="34" charset="0"/>
                <a:ea typeface="+mn-ea"/>
                <a:cs typeface="Arial" panose="020B0604020202020204" pitchFamily="34" charset="0"/>
              </a:defRPr>
            </a:lvl1pPr>
          </a:lstStyle>
          <a:p>
            <a:pPr marL="0" lvl="0" indent="0" algn="l" defTabSz="914400" rtl="0" eaLnBrk="1" latinLnBrk="0" hangingPunct="1">
              <a:lnSpc>
                <a:spcPct val="100000"/>
              </a:lnSpc>
              <a:spcBef>
                <a:spcPts val="0"/>
              </a:spcBef>
              <a:spcAft>
                <a:spcPts val="1200"/>
              </a:spcAft>
              <a:buFont typeface="Arial" panose="020B0604020202020204" pitchFamily="34" charset="0"/>
              <a:buNone/>
            </a:pPr>
            <a:r>
              <a:rPr lang="en-US"/>
              <a:t>Click to edit Master text styles</a:t>
            </a:r>
          </a:p>
        </p:txBody>
      </p:sp>
      <p:sp>
        <p:nvSpPr>
          <p:cNvPr id="2" name="Title 1">
            <a:extLst>
              <a:ext uri="{FF2B5EF4-FFF2-40B4-BE49-F238E27FC236}">
                <a16:creationId xmlns:a16="http://schemas.microsoft.com/office/drawing/2014/main" id="{3062DF17-A1AB-7E8D-EC34-3A4A87B7B9CE}"/>
              </a:ext>
            </a:extLst>
          </p:cNvPr>
          <p:cNvSpPr>
            <a:spLocks noGrp="1"/>
          </p:cNvSpPr>
          <p:nvPr>
            <p:ph type="title"/>
          </p:nvPr>
        </p:nvSpPr>
        <p:spPr/>
        <p:txBody>
          <a:bodyPr vert="horz" lIns="0" tIns="45720" rIns="0" bIns="45720" rtlCol="0" anchor="t">
            <a:noAutofit/>
          </a:bodyPr>
          <a:lstStyle>
            <a:lvl1pPr>
              <a:defRPr lang="en-US"/>
            </a:lvl1pPr>
          </a:lstStyle>
          <a:p>
            <a:pPr lvl="0">
              <a:lnSpc>
                <a:spcPct val="100000"/>
              </a:lnSpc>
            </a:pPr>
            <a:r>
              <a:rPr lang="en-US"/>
              <a:t>Click to edit Master title style</a:t>
            </a:r>
          </a:p>
        </p:txBody>
      </p:sp>
      <p:sp>
        <p:nvSpPr>
          <p:cNvPr id="3" name="Date Placeholder 2">
            <a:extLst>
              <a:ext uri="{FF2B5EF4-FFF2-40B4-BE49-F238E27FC236}">
                <a16:creationId xmlns:a16="http://schemas.microsoft.com/office/drawing/2014/main" id="{3B3B26C9-4CC7-EA8C-EBD1-615FCBB4A9FA}"/>
              </a:ext>
            </a:extLst>
          </p:cNvPr>
          <p:cNvSpPr>
            <a:spLocks noGrp="1"/>
          </p:cNvSpPr>
          <p:nvPr>
            <p:ph type="dt" sz="half" idx="10"/>
          </p:nvPr>
        </p:nvSpPr>
        <p:spPr/>
        <p:txBody>
          <a:bodyPr/>
          <a:lstStyle/>
          <a:p>
            <a:r>
              <a:rPr lang="en-US"/>
              <a:t>January 2026</a:t>
            </a:r>
          </a:p>
        </p:txBody>
      </p:sp>
      <p:sp>
        <p:nvSpPr>
          <p:cNvPr id="4" name="Footer Placeholder 3">
            <a:extLst>
              <a:ext uri="{FF2B5EF4-FFF2-40B4-BE49-F238E27FC236}">
                <a16:creationId xmlns:a16="http://schemas.microsoft.com/office/drawing/2014/main" id="{53161E99-54BE-C3A5-B54E-49B9C7224B09}"/>
              </a:ext>
            </a:extLst>
          </p:cNvPr>
          <p:cNvSpPr>
            <a:spLocks noGrp="1"/>
          </p:cNvSpPr>
          <p:nvPr>
            <p:ph type="ftr" sz="quarter" idx="11"/>
          </p:nvPr>
        </p:nvSpPr>
        <p:spPr/>
        <p:txBody>
          <a:bodyPr/>
          <a:lstStyle/>
          <a:p>
            <a:r>
              <a:rPr lang="en-US"/>
              <a:t>© 2026 NTT DATA, Inc.</a:t>
            </a:r>
          </a:p>
        </p:txBody>
      </p:sp>
      <p:sp>
        <p:nvSpPr>
          <p:cNvPr id="5" name="Slide Number Placeholder 4">
            <a:extLst>
              <a:ext uri="{FF2B5EF4-FFF2-40B4-BE49-F238E27FC236}">
                <a16:creationId xmlns:a16="http://schemas.microsoft.com/office/drawing/2014/main" id="{C716319C-85FE-4494-FC99-C4DE72E7B990}"/>
              </a:ext>
            </a:extLst>
          </p:cNvPr>
          <p:cNvSpPr>
            <a:spLocks noGrp="1"/>
          </p:cNvSpPr>
          <p:nvPr>
            <p:ph type="sldNum" sz="quarter" idx="12"/>
          </p:nvPr>
        </p:nvSpPr>
        <p:spPr>
          <a:xfrm>
            <a:off x="5562600" y="6400800"/>
            <a:ext cx="1066800" cy="304800"/>
          </a:xfrm>
          <a:prstGeom prst="rect">
            <a:avLst/>
          </a:prstGeom>
        </p:spPr>
        <p:txBody>
          <a:bodyPr/>
          <a:lstStyle/>
          <a:p>
            <a:pPr algn="ctr"/>
            <a:fld id="{60D39823-8059-4D49-BD26-6D32C31B8621}" type="slidenum">
              <a:rPr lang="en-US" smtClean="0"/>
              <a:pPr algn="ctr"/>
              <a:t>‹#›</a:t>
            </a:fld>
            <a:endParaRPr lang="en-US"/>
          </a:p>
        </p:txBody>
      </p:sp>
      <p:sp>
        <p:nvSpPr>
          <p:cNvPr id="8" name="Content Placeholder 7">
            <a:extLst>
              <a:ext uri="{FF2B5EF4-FFF2-40B4-BE49-F238E27FC236}">
                <a16:creationId xmlns:a16="http://schemas.microsoft.com/office/drawing/2014/main" id="{5568FE96-3E29-F907-5227-E6C308DA1835}"/>
              </a:ext>
            </a:extLst>
          </p:cNvPr>
          <p:cNvSpPr>
            <a:spLocks noGrp="1"/>
          </p:cNvSpPr>
          <p:nvPr>
            <p:ph sz="quarter" idx="14"/>
          </p:nvPr>
        </p:nvSpPr>
        <p:spPr>
          <a:xfrm>
            <a:off x="381000" y="1676400"/>
            <a:ext cx="5562600" cy="457200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7">
            <a:extLst>
              <a:ext uri="{FF2B5EF4-FFF2-40B4-BE49-F238E27FC236}">
                <a16:creationId xmlns:a16="http://schemas.microsoft.com/office/drawing/2014/main" id="{E71A1A39-1496-229F-4AC6-886D7CFB5B25}"/>
              </a:ext>
            </a:extLst>
          </p:cNvPr>
          <p:cNvSpPr>
            <a:spLocks noGrp="1"/>
          </p:cNvSpPr>
          <p:nvPr>
            <p:ph sz="quarter" idx="15"/>
          </p:nvPr>
        </p:nvSpPr>
        <p:spPr>
          <a:xfrm>
            <a:off x="6248400" y="1676400"/>
            <a:ext cx="5562600" cy="457200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930452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ubtitle, 3 Column Body Text">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5568FE96-3E29-F907-5227-E6C308DA1835}"/>
              </a:ext>
            </a:extLst>
          </p:cNvPr>
          <p:cNvSpPr>
            <a:spLocks noGrp="1"/>
          </p:cNvSpPr>
          <p:nvPr>
            <p:ph sz="quarter" idx="14"/>
          </p:nvPr>
        </p:nvSpPr>
        <p:spPr>
          <a:xfrm>
            <a:off x="381000" y="1676400"/>
            <a:ext cx="3657600" cy="457200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7">
            <a:extLst>
              <a:ext uri="{FF2B5EF4-FFF2-40B4-BE49-F238E27FC236}">
                <a16:creationId xmlns:a16="http://schemas.microsoft.com/office/drawing/2014/main" id="{E71A1A39-1496-229F-4AC6-886D7CFB5B25}"/>
              </a:ext>
            </a:extLst>
          </p:cNvPr>
          <p:cNvSpPr>
            <a:spLocks noGrp="1"/>
          </p:cNvSpPr>
          <p:nvPr>
            <p:ph sz="quarter" idx="15"/>
          </p:nvPr>
        </p:nvSpPr>
        <p:spPr>
          <a:xfrm>
            <a:off x="4267200" y="1676400"/>
            <a:ext cx="3657600" cy="457200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7">
            <a:extLst>
              <a:ext uri="{FF2B5EF4-FFF2-40B4-BE49-F238E27FC236}">
                <a16:creationId xmlns:a16="http://schemas.microsoft.com/office/drawing/2014/main" id="{ADFD2628-F803-8221-12EB-7198D350225D}"/>
              </a:ext>
            </a:extLst>
          </p:cNvPr>
          <p:cNvSpPr>
            <a:spLocks noGrp="1"/>
          </p:cNvSpPr>
          <p:nvPr>
            <p:ph sz="quarter" idx="16"/>
          </p:nvPr>
        </p:nvSpPr>
        <p:spPr>
          <a:xfrm>
            <a:off x="8153400" y="1676400"/>
            <a:ext cx="3657600" cy="457200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65EA9222-DBBF-5953-8E15-DA10C04897EB}"/>
              </a:ext>
            </a:extLst>
          </p:cNvPr>
          <p:cNvSpPr>
            <a:spLocks noGrp="1"/>
          </p:cNvSpPr>
          <p:nvPr>
            <p:ph type="body" sz="quarter" idx="13"/>
          </p:nvPr>
        </p:nvSpPr>
        <p:spPr>
          <a:xfrm>
            <a:off x="381000" y="838200"/>
            <a:ext cx="11430000" cy="685800"/>
          </a:xfrm>
        </p:spPr>
        <p:txBody>
          <a:bodyPr>
            <a:noAutofit/>
          </a:bodyPr>
          <a:lstStyle>
            <a:lvl1pPr marL="0" indent="0">
              <a:buNone/>
              <a:defRPr lang="en-US" sz="2000" kern="1200" dirty="0" smtClean="0">
                <a:solidFill>
                  <a:schemeClr val="bg2"/>
                </a:solidFill>
                <a:latin typeface="Arial" panose="020B0604020202020204" pitchFamily="34" charset="0"/>
                <a:ea typeface="+mn-ea"/>
                <a:cs typeface="Arial" panose="020B0604020202020204" pitchFamily="34" charset="0"/>
              </a:defRPr>
            </a:lvl1pPr>
          </a:lstStyle>
          <a:p>
            <a:pPr marL="0" lvl="0" indent="0" algn="l" defTabSz="914400" rtl="0" eaLnBrk="1" latinLnBrk="0" hangingPunct="1">
              <a:lnSpc>
                <a:spcPct val="100000"/>
              </a:lnSpc>
              <a:spcBef>
                <a:spcPts val="0"/>
              </a:spcBef>
              <a:spcAft>
                <a:spcPts val="1200"/>
              </a:spcAft>
              <a:buFont typeface="Arial" panose="020B0604020202020204" pitchFamily="34" charset="0"/>
              <a:buNone/>
            </a:pPr>
            <a:r>
              <a:rPr lang="en-US"/>
              <a:t>Click to edit Master text styles</a:t>
            </a:r>
          </a:p>
        </p:txBody>
      </p:sp>
      <p:sp>
        <p:nvSpPr>
          <p:cNvPr id="2" name="Title 1">
            <a:extLst>
              <a:ext uri="{FF2B5EF4-FFF2-40B4-BE49-F238E27FC236}">
                <a16:creationId xmlns:a16="http://schemas.microsoft.com/office/drawing/2014/main" id="{3062DF17-A1AB-7E8D-EC34-3A4A87B7B9CE}"/>
              </a:ext>
            </a:extLst>
          </p:cNvPr>
          <p:cNvSpPr>
            <a:spLocks noGrp="1"/>
          </p:cNvSpPr>
          <p:nvPr>
            <p:ph type="title"/>
          </p:nvPr>
        </p:nvSpPr>
        <p:spPr/>
        <p:txBody>
          <a:bodyPr vert="horz" lIns="0" tIns="45720" rIns="0" bIns="45720" rtlCol="0" anchor="t">
            <a:noAutofit/>
          </a:bodyPr>
          <a:lstStyle>
            <a:lvl1pPr>
              <a:defRPr lang="en-US"/>
            </a:lvl1pPr>
          </a:lstStyle>
          <a:p>
            <a:pPr lvl="0">
              <a:lnSpc>
                <a:spcPct val="100000"/>
              </a:lnSpc>
            </a:pPr>
            <a:r>
              <a:rPr lang="en-US"/>
              <a:t>Click to edit Master title style</a:t>
            </a:r>
          </a:p>
        </p:txBody>
      </p:sp>
      <p:sp>
        <p:nvSpPr>
          <p:cNvPr id="3" name="Date Placeholder 2">
            <a:extLst>
              <a:ext uri="{FF2B5EF4-FFF2-40B4-BE49-F238E27FC236}">
                <a16:creationId xmlns:a16="http://schemas.microsoft.com/office/drawing/2014/main" id="{3B3B26C9-4CC7-EA8C-EBD1-615FCBB4A9FA}"/>
              </a:ext>
            </a:extLst>
          </p:cNvPr>
          <p:cNvSpPr>
            <a:spLocks noGrp="1"/>
          </p:cNvSpPr>
          <p:nvPr>
            <p:ph type="dt" sz="half" idx="10"/>
          </p:nvPr>
        </p:nvSpPr>
        <p:spPr/>
        <p:txBody>
          <a:bodyPr/>
          <a:lstStyle/>
          <a:p>
            <a:r>
              <a:rPr lang="en-US"/>
              <a:t>January 2026</a:t>
            </a:r>
          </a:p>
        </p:txBody>
      </p:sp>
      <p:sp>
        <p:nvSpPr>
          <p:cNvPr id="4" name="Footer Placeholder 3">
            <a:extLst>
              <a:ext uri="{FF2B5EF4-FFF2-40B4-BE49-F238E27FC236}">
                <a16:creationId xmlns:a16="http://schemas.microsoft.com/office/drawing/2014/main" id="{53161E99-54BE-C3A5-B54E-49B9C7224B09}"/>
              </a:ext>
            </a:extLst>
          </p:cNvPr>
          <p:cNvSpPr>
            <a:spLocks noGrp="1"/>
          </p:cNvSpPr>
          <p:nvPr>
            <p:ph type="ftr" sz="quarter" idx="11"/>
          </p:nvPr>
        </p:nvSpPr>
        <p:spPr/>
        <p:txBody>
          <a:bodyPr/>
          <a:lstStyle/>
          <a:p>
            <a:r>
              <a:rPr lang="en-US"/>
              <a:t>© 2026 NTT DATA, Inc.</a:t>
            </a:r>
          </a:p>
        </p:txBody>
      </p:sp>
      <p:sp>
        <p:nvSpPr>
          <p:cNvPr id="5" name="Slide Number Placeholder 4">
            <a:extLst>
              <a:ext uri="{FF2B5EF4-FFF2-40B4-BE49-F238E27FC236}">
                <a16:creationId xmlns:a16="http://schemas.microsoft.com/office/drawing/2014/main" id="{C716319C-85FE-4494-FC99-C4DE72E7B990}"/>
              </a:ext>
            </a:extLst>
          </p:cNvPr>
          <p:cNvSpPr>
            <a:spLocks noGrp="1"/>
          </p:cNvSpPr>
          <p:nvPr>
            <p:ph type="sldNum" sz="quarter" idx="12"/>
          </p:nvPr>
        </p:nvSpPr>
        <p:spPr>
          <a:xfrm>
            <a:off x="5562600" y="6400800"/>
            <a:ext cx="1066800" cy="304800"/>
          </a:xfrm>
          <a:prstGeom prst="rect">
            <a:avLst/>
          </a:prstGeom>
        </p:spPr>
        <p:txBody>
          <a:bodyPr/>
          <a:lstStyle/>
          <a:p>
            <a:pPr algn="ctr"/>
            <a:fld id="{60D39823-8059-4D49-BD26-6D32C31B8621}" type="slidenum">
              <a:rPr lang="en-US" smtClean="0"/>
              <a:pPr algn="ctr"/>
              <a:t>‹#›</a:t>
            </a:fld>
            <a:endParaRPr lang="en-US"/>
          </a:p>
        </p:txBody>
      </p:sp>
    </p:spTree>
    <p:extLst>
      <p:ext uri="{BB962C8B-B14F-4D97-AF65-F5344CB8AC3E}">
        <p14:creationId xmlns:p14="http://schemas.microsoft.com/office/powerpoint/2010/main" val="9522231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1AB63C9B-9EF9-29CD-5D25-907D96874231}"/>
              </a:ext>
            </a:extLst>
          </p:cNvPr>
          <p:cNvSpPr>
            <a:spLocks noGrp="1"/>
          </p:cNvSpPr>
          <p:nvPr>
            <p:ph type="body" sz="quarter" idx="14"/>
          </p:nvPr>
        </p:nvSpPr>
        <p:spPr>
          <a:xfrm>
            <a:off x="381000" y="685800"/>
            <a:ext cx="11430000" cy="1066800"/>
          </a:xfrm>
          <a:prstGeom prst="rect">
            <a:avLst/>
          </a:prstGeom>
        </p:spPr>
        <p:txBody>
          <a:bodyPr lIns="0" rIns="0"/>
          <a:lstStyle>
            <a:lvl1pPr>
              <a:defRPr lang="en-US" sz="2800" dirty="0">
                <a:latin typeface="+mj-lt"/>
              </a:defRPr>
            </a:lvl1pPr>
          </a:lstStyle>
          <a:p>
            <a:pPr marL="0" lvl="0" indent="0">
              <a:lnSpc>
                <a:spcPct val="100000"/>
              </a:lnSpc>
              <a:buNone/>
            </a:pPr>
            <a:r>
              <a:rPr lang="en-US"/>
              <a:t>Click to edit Master text styles</a:t>
            </a:r>
          </a:p>
        </p:txBody>
      </p:sp>
      <p:sp>
        <p:nvSpPr>
          <p:cNvPr id="2" name="Title 1">
            <a:extLst>
              <a:ext uri="{FF2B5EF4-FFF2-40B4-BE49-F238E27FC236}">
                <a16:creationId xmlns:a16="http://schemas.microsoft.com/office/drawing/2014/main" id="{8341A231-5EDC-C1A1-4ABB-BC6DA52F4EC1}"/>
              </a:ext>
            </a:extLst>
          </p:cNvPr>
          <p:cNvSpPr>
            <a:spLocks noGrp="1"/>
          </p:cNvSpPr>
          <p:nvPr>
            <p:ph type="title"/>
          </p:nvPr>
        </p:nvSpPr>
        <p:spPr>
          <a:xfrm>
            <a:off x="381000" y="304801"/>
            <a:ext cx="11430000" cy="380999"/>
          </a:xfrm>
          <a:prstGeom prst="rect">
            <a:avLst/>
          </a:prstGeom>
        </p:spPr>
        <p:txBody>
          <a:bodyPr vert="horz" lIns="0" tIns="45720" rIns="0" bIns="45720" rtlCol="0" anchor="t">
            <a:noAutofit/>
          </a:bodyPr>
          <a:lstStyle>
            <a:lvl1pPr>
              <a:defRPr lang="en-US"/>
            </a:lvl1pPr>
          </a:lstStyle>
          <a:p>
            <a:pPr lvl="0">
              <a:lnSpc>
                <a:spcPct val="100000"/>
              </a:lnSpc>
            </a:pPr>
            <a:r>
              <a:rPr lang="en-US"/>
              <a:t>Click to edit Master title style</a:t>
            </a:r>
          </a:p>
        </p:txBody>
      </p:sp>
      <p:sp>
        <p:nvSpPr>
          <p:cNvPr id="3" name="Date Placeholder 2">
            <a:extLst>
              <a:ext uri="{FF2B5EF4-FFF2-40B4-BE49-F238E27FC236}">
                <a16:creationId xmlns:a16="http://schemas.microsoft.com/office/drawing/2014/main" id="{DC224402-4AF5-E408-D3B7-C91183711897}"/>
              </a:ext>
            </a:extLst>
          </p:cNvPr>
          <p:cNvSpPr>
            <a:spLocks noGrp="1"/>
          </p:cNvSpPr>
          <p:nvPr>
            <p:ph type="dt" sz="half" idx="10"/>
          </p:nvPr>
        </p:nvSpPr>
        <p:spPr/>
        <p:txBody>
          <a:bodyPr/>
          <a:lstStyle/>
          <a:p>
            <a:r>
              <a:rPr lang="en-US"/>
              <a:t>January 2026</a:t>
            </a:r>
          </a:p>
        </p:txBody>
      </p:sp>
      <p:sp>
        <p:nvSpPr>
          <p:cNvPr id="4" name="Footer Placeholder 3">
            <a:extLst>
              <a:ext uri="{FF2B5EF4-FFF2-40B4-BE49-F238E27FC236}">
                <a16:creationId xmlns:a16="http://schemas.microsoft.com/office/drawing/2014/main" id="{DEDB1DA6-2C96-66B0-2A4C-85DA50585493}"/>
              </a:ext>
            </a:extLst>
          </p:cNvPr>
          <p:cNvSpPr>
            <a:spLocks noGrp="1"/>
          </p:cNvSpPr>
          <p:nvPr>
            <p:ph type="ftr" sz="quarter" idx="11"/>
          </p:nvPr>
        </p:nvSpPr>
        <p:spPr/>
        <p:txBody>
          <a:bodyPr/>
          <a:lstStyle/>
          <a:p>
            <a:r>
              <a:rPr lang="en-US"/>
              <a:t>© 2026 NTT DATA, Inc.</a:t>
            </a:r>
          </a:p>
        </p:txBody>
      </p:sp>
      <p:sp>
        <p:nvSpPr>
          <p:cNvPr id="5" name="Slide Number Placeholder 4">
            <a:extLst>
              <a:ext uri="{FF2B5EF4-FFF2-40B4-BE49-F238E27FC236}">
                <a16:creationId xmlns:a16="http://schemas.microsoft.com/office/drawing/2014/main" id="{E2979F26-3C27-4303-6B8D-77E75E532965}"/>
              </a:ext>
            </a:extLst>
          </p:cNvPr>
          <p:cNvSpPr>
            <a:spLocks noGrp="1"/>
          </p:cNvSpPr>
          <p:nvPr>
            <p:ph type="sldNum" sz="quarter" idx="12"/>
          </p:nvPr>
        </p:nvSpPr>
        <p:spPr/>
        <p:txBody>
          <a:bodyPr/>
          <a:lstStyle/>
          <a:p>
            <a:pPr algn="ctr"/>
            <a:fld id="{60D39823-8059-4D49-BD26-6D32C31B8621}" type="slidenum">
              <a:rPr lang="en-US" smtClean="0"/>
              <a:pPr algn="ctr"/>
              <a:t>‹#›</a:t>
            </a:fld>
            <a:endParaRPr lang="en-US"/>
          </a:p>
        </p:txBody>
      </p:sp>
    </p:spTree>
    <p:extLst>
      <p:ext uri="{BB962C8B-B14F-4D97-AF65-F5344CB8AC3E}">
        <p14:creationId xmlns:p14="http://schemas.microsoft.com/office/powerpoint/2010/main" val="13675928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1 Column Body Text">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1AB63C9B-9EF9-29CD-5D25-907D96874231}"/>
              </a:ext>
            </a:extLst>
          </p:cNvPr>
          <p:cNvSpPr>
            <a:spLocks noGrp="1"/>
          </p:cNvSpPr>
          <p:nvPr>
            <p:ph type="body" sz="quarter" idx="14"/>
          </p:nvPr>
        </p:nvSpPr>
        <p:spPr>
          <a:xfrm>
            <a:off x="381000" y="685800"/>
            <a:ext cx="11430000" cy="1066800"/>
          </a:xfrm>
          <a:prstGeom prst="rect">
            <a:avLst/>
          </a:prstGeom>
        </p:spPr>
        <p:txBody>
          <a:bodyPr lIns="0" rIns="0"/>
          <a:lstStyle>
            <a:lvl1pPr>
              <a:defRPr lang="en-US" sz="2800" dirty="0">
                <a:latin typeface="+mj-lt"/>
              </a:defRPr>
            </a:lvl1pPr>
          </a:lstStyle>
          <a:p>
            <a:pPr marL="0" lvl="0" indent="0">
              <a:lnSpc>
                <a:spcPct val="100000"/>
              </a:lnSpc>
              <a:buNone/>
            </a:pPr>
            <a:r>
              <a:rPr lang="en-US"/>
              <a:t>Click to edit Master text styles</a:t>
            </a:r>
          </a:p>
        </p:txBody>
      </p:sp>
      <p:sp>
        <p:nvSpPr>
          <p:cNvPr id="2" name="Title 1">
            <a:extLst>
              <a:ext uri="{FF2B5EF4-FFF2-40B4-BE49-F238E27FC236}">
                <a16:creationId xmlns:a16="http://schemas.microsoft.com/office/drawing/2014/main" id="{8341A231-5EDC-C1A1-4ABB-BC6DA52F4EC1}"/>
              </a:ext>
            </a:extLst>
          </p:cNvPr>
          <p:cNvSpPr>
            <a:spLocks noGrp="1"/>
          </p:cNvSpPr>
          <p:nvPr>
            <p:ph type="title"/>
          </p:nvPr>
        </p:nvSpPr>
        <p:spPr>
          <a:xfrm>
            <a:off x="381000" y="304801"/>
            <a:ext cx="11430000" cy="380999"/>
          </a:xfrm>
          <a:prstGeom prst="rect">
            <a:avLst/>
          </a:prstGeom>
        </p:spPr>
        <p:txBody>
          <a:bodyPr vert="horz" lIns="0" tIns="45720" rIns="0" bIns="45720" rtlCol="0" anchor="t">
            <a:noAutofit/>
          </a:bodyPr>
          <a:lstStyle>
            <a:lvl1pPr>
              <a:defRPr lang="en-US"/>
            </a:lvl1pPr>
          </a:lstStyle>
          <a:p>
            <a:pPr lvl="0">
              <a:lnSpc>
                <a:spcPct val="100000"/>
              </a:lnSpc>
            </a:pPr>
            <a:r>
              <a:rPr lang="en-US"/>
              <a:t>Click to edit Master title style</a:t>
            </a:r>
          </a:p>
        </p:txBody>
      </p:sp>
      <p:sp>
        <p:nvSpPr>
          <p:cNvPr id="3" name="Date Placeholder 2">
            <a:extLst>
              <a:ext uri="{FF2B5EF4-FFF2-40B4-BE49-F238E27FC236}">
                <a16:creationId xmlns:a16="http://schemas.microsoft.com/office/drawing/2014/main" id="{DC224402-4AF5-E408-D3B7-C91183711897}"/>
              </a:ext>
            </a:extLst>
          </p:cNvPr>
          <p:cNvSpPr>
            <a:spLocks noGrp="1"/>
          </p:cNvSpPr>
          <p:nvPr>
            <p:ph type="dt" sz="half" idx="10"/>
          </p:nvPr>
        </p:nvSpPr>
        <p:spPr/>
        <p:txBody>
          <a:bodyPr/>
          <a:lstStyle/>
          <a:p>
            <a:r>
              <a:rPr lang="en-US"/>
              <a:t>January 2026</a:t>
            </a:r>
          </a:p>
        </p:txBody>
      </p:sp>
      <p:sp>
        <p:nvSpPr>
          <p:cNvPr id="4" name="Footer Placeholder 3">
            <a:extLst>
              <a:ext uri="{FF2B5EF4-FFF2-40B4-BE49-F238E27FC236}">
                <a16:creationId xmlns:a16="http://schemas.microsoft.com/office/drawing/2014/main" id="{DEDB1DA6-2C96-66B0-2A4C-85DA50585493}"/>
              </a:ext>
            </a:extLst>
          </p:cNvPr>
          <p:cNvSpPr>
            <a:spLocks noGrp="1"/>
          </p:cNvSpPr>
          <p:nvPr>
            <p:ph type="ftr" sz="quarter" idx="11"/>
          </p:nvPr>
        </p:nvSpPr>
        <p:spPr/>
        <p:txBody>
          <a:bodyPr/>
          <a:lstStyle/>
          <a:p>
            <a:r>
              <a:rPr lang="en-US"/>
              <a:t>© 2026 NTT DATA, Inc.</a:t>
            </a:r>
          </a:p>
        </p:txBody>
      </p:sp>
      <p:sp>
        <p:nvSpPr>
          <p:cNvPr id="5" name="Slide Number Placeholder 4">
            <a:extLst>
              <a:ext uri="{FF2B5EF4-FFF2-40B4-BE49-F238E27FC236}">
                <a16:creationId xmlns:a16="http://schemas.microsoft.com/office/drawing/2014/main" id="{E2979F26-3C27-4303-6B8D-77E75E532965}"/>
              </a:ext>
            </a:extLst>
          </p:cNvPr>
          <p:cNvSpPr>
            <a:spLocks noGrp="1"/>
          </p:cNvSpPr>
          <p:nvPr>
            <p:ph type="sldNum" sz="quarter" idx="12"/>
          </p:nvPr>
        </p:nvSpPr>
        <p:spPr/>
        <p:txBody>
          <a:bodyPr/>
          <a:lstStyle/>
          <a:p>
            <a:pPr algn="ctr"/>
            <a:fld id="{60D39823-8059-4D49-BD26-6D32C31B8621}" type="slidenum">
              <a:rPr lang="en-US" smtClean="0"/>
              <a:pPr algn="ctr"/>
              <a:t>‹#›</a:t>
            </a:fld>
            <a:endParaRPr lang="en-US"/>
          </a:p>
        </p:txBody>
      </p:sp>
      <p:sp>
        <p:nvSpPr>
          <p:cNvPr id="7" name="Content Placeholder 6">
            <a:extLst>
              <a:ext uri="{FF2B5EF4-FFF2-40B4-BE49-F238E27FC236}">
                <a16:creationId xmlns:a16="http://schemas.microsoft.com/office/drawing/2014/main" id="{2D21A092-B787-801E-8664-20954CF6809B}"/>
              </a:ext>
            </a:extLst>
          </p:cNvPr>
          <p:cNvSpPr>
            <a:spLocks noGrp="1"/>
          </p:cNvSpPr>
          <p:nvPr>
            <p:ph sz="quarter" idx="13"/>
          </p:nvPr>
        </p:nvSpPr>
        <p:spPr>
          <a:xfrm>
            <a:off x="381000" y="1981200"/>
            <a:ext cx="11430000" cy="4267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549798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ubtitle, 2 Column Body Text">
    <p:spTree>
      <p:nvGrpSpPr>
        <p:cNvPr id="1" name=""/>
        <p:cNvGrpSpPr/>
        <p:nvPr/>
      </p:nvGrpSpPr>
      <p:grpSpPr>
        <a:xfrm>
          <a:off x="0" y="0"/>
          <a:ext cx="0" cy="0"/>
          <a:chOff x="0" y="0"/>
          <a:chExt cx="0" cy="0"/>
        </a:xfrm>
      </p:grpSpPr>
      <p:sp>
        <p:nvSpPr>
          <p:cNvPr id="10" name="Content Placeholder 6">
            <a:extLst>
              <a:ext uri="{FF2B5EF4-FFF2-40B4-BE49-F238E27FC236}">
                <a16:creationId xmlns:a16="http://schemas.microsoft.com/office/drawing/2014/main" id="{EC1029E4-1377-300E-C065-31436ED68BAC}"/>
              </a:ext>
            </a:extLst>
          </p:cNvPr>
          <p:cNvSpPr>
            <a:spLocks noGrp="1"/>
          </p:cNvSpPr>
          <p:nvPr>
            <p:ph sz="quarter" idx="15"/>
          </p:nvPr>
        </p:nvSpPr>
        <p:spPr>
          <a:xfrm>
            <a:off x="6248400" y="1981200"/>
            <a:ext cx="5562600" cy="4267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1AB63C9B-9EF9-29CD-5D25-907D96874231}"/>
              </a:ext>
            </a:extLst>
          </p:cNvPr>
          <p:cNvSpPr>
            <a:spLocks noGrp="1"/>
          </p:cNvSpPr>
          <p:nvPr>
            <p:ph type="body" sz="quarter" idx="14"/>
          </p:nvPr>
        </p:nvSpPr>
        <p:spPr>
          <a:xfrm>
            <a:off x="381000" y="685800"/>
            <a:ext cx="11430000" cy="1066800"/>
          </a:xfrm>
          <a:prstGeom prst="rect">
            <a:avLst/>
          </a:prstGeom>
        </p:spPr>
        <p:txBody>
          <a:bodyPr lIns="0" rIns="0"/>
          <a:lstStyle>
            <a:lvl1pPr>
              <a:defRPr lang="en-US" sz="2800" dirty="0">
                <a:latin typeface="+mj-lt"/>
              </a:defRPr>
            </a:lvl1pPr>
          </a:lstStyle>
          <a:p>
            <a:pPr marL="0" lvl="0" indent="0">
              <a:lnSpc>
                <a:spcPct val="100000"/>
              </a:lnSpc>
              <a:buNone/>
            </a:pPr>
            <a:r>
              <a:rPr lang="en-US"/>
              <a:t>Click to edit Master text styles</a:t>
            </a:r>
          </a:p>
        </p:txBody>
      </p:sp>
      <p:sp>
        <p:nvSpPr>
          <p:cNvPr id="2" name="Title 1">
            <a:extLst>
              <a:ext uri="{FF2B5EF4-FFF2-40B4-BE49-F238E27FC236}">
                <a16:creationId xmlns:a16="http://schemas.microsoft.com/office/drawing/2014/main" id="{8341A231-5EDC-C1A1-4ABB-BC6DA52F4EC1}"/>
              </a:ext>
            </a:extLst>
          </p:cNvPr>
          <p:cNvSpPr>
            <a:spLocks noGrp="1"/>
          </p:cNvSpPr>
          <p:nvPr>
            <p:ph type="title"/>
          </p:nvPr>
        </p:nvSpPr>
        <p:spPr>
          <a:xfrm>
            <a:off x="381000" y="304801"/>
            <a:ext cx="11430000" cy="380999"/>
          </a:xfrm>
          <a:prstGeom prst="rect">
            <a:avLst/>
          </a:prstGeom>
        </p:spPr>
        <p:txBody>
          <a:bodyPr vert="horz" lIns="0" tIns="45720" rIns="0" bIns="45720" rtlCol="0" anchor="t">
            <a:noAutofit/>
          </a:bodyPr>
          <a:lstStyle>
            <a:lvl1pPr>
              <a:defRPr lang="en-US"/>
            </a:lvl1pPr>
          </a:lstStyle>
          <a:p>
            <a:pPr lvl="0">
              <a:lnSpc>
                <a:spcPct val="100000"/>
              </a:lnSpc>
            </a:pPr>
            <a:r>
              <a:rPr lang="en-US"/>
              <a:t>Click to edit Master title style</a:t>
            </a:r>
          </a:p>
        </p:txBody>
      </p:sp>
      <p:sp>
        <p:nvSpPr>
          <p:cNvPr id="3" name="Date Placeholder 2">
            <a:extLst>
              <a:ext uri="{FF2B5EF4-FFF2-40B4-BE49-F238E27FC236}">
                <a16:creationId xmlns:a16="http://schemas.microsoft.com/office/drawing/2014/main" id="{DC224402-4AF5-E408-D3B7-C91183711897}"/>
              </a:ext>
            </a:extLst>
          </p:cNvPr>
          <p:cNvSpPr>
            <a:spLocks noGrp="1"/>
          </p:cNvSpPr>
          <p:nvPr>
            <p:ph type="dt" sz="half" idx="10"/>
          </p:nvPr>
        </p:nvSpPr>
        <p:spPr/>
        <p:txBody>
          <a:bodyPr/>
          <a:lstStyle/>
          <a:p>
            <a:r>
              <a:rPr lang="en-US"/>
              <a:t>January 2026</a:t>
            </a:r>
          </a:p>
        </p:txBody>
      </p:sp>
      <p:sp>
        <p:nvSpPr>
          <p:cNvPr id="4" name="Footer Placeholder 3">
            <a:extLst>
              <a:ext uri="{FF2B5EF4-FFF2-40B4-BE49-F238E27FC236}">
                <a16:creationId xmlns:a16="http://schemas.microsoft.com/office/drawing/2014/main" id="{DEDB1DA6-2C96-66B0-2A4C-85DA50585493}"/>
              </a:ext>
            </a:extLst>
          </p:cNvPr>
          <p:cNvSpPr>
            <a:spLocks noGrp="1"/>
          </p:cNvSpPr>
          <p:nvPr>
            <p:ph type="ftr" sz="quarter" idx="11"/>
          </p:nvPr>
        </p:nvSpPr>
        <p:spPr/>
        <p:txBody>
          <a:bodyPr/>
          <a:lstStyle/>
          <a:p>
            <a:r>
              <a:rPr lang="en-US"/>
              <a:t>© 2026 NTT DATA, Inc.</a:t>
            </a:r>
          </a:p>
        </p:txBody>
      </p:sp>
      <p:sp>
        <p:nvSpPr>
          <p:cNvPr id="5" name="Slide Number Placeholder 4">
            <a:extLst>
              <a:ext uri="{FF2B5EF4-FFF2-40B4-BE49-F238E27FC236}">
                <a16:creationId xmlns:a16="http://schemas.microsoft.com/office/drawing/2014/main" id="{E2979F26-3C27-4303-6B8D-77E75E532965}"/>
              </a:ext>
            </a:extLst>
          </p:cNvPr>
          <p:cNvSpPr>
            <a:spLocks noGrp="1"/>
          </p:cNvSpPr>
          <p:nvPr>
            <p:ph type="sldNum" sz="quarter" idx="12"/>
          </p:nvPr>
        </p:nvSpPr>
        <p:spPr/>
        <p:txBody>
          <a:bodyPr/>
          <a:lstStyle/>
          <a:p>
            <a:pPr algn="ctr"/>
            <a:fld id="{60D39823-8059-4D49-BD26-6D32C31B8621}" type="slidenum">
              <a:rPr lang="en-US" smtClean="0"/>
              <a:pPr algn="ctr"/>
              <a:t>‹#›</a:t>
            </a:fld>
            <a:endParaRPr lang="en-US"/>
          </a:p>
        </p:txBody>
      </p:sp>
      <p:sp>
        <p:nvSpPr>
          <p:cNvPr id="7" name="Content Placeholder 6">
            <a:extLst>
              <a:ext uri="{FF2B5EF4-FFF2-40B4-BE49-F238E27FC236}">
                <a16:creationId xmlns:a16="http://schemas.microsoft.com/office/drawing/2014/main" id="{2D21A092-B787-801E-8664-20954CF6809B}"/>
              </a:ext>
            </a:extLst>
          </p:cNvPr>
          <p:cNvSpPr>
            <a:spLocks noGrp="1"/>
          </p:cNvSpPr>
          <p:nvPr>
            <p:ph sz="quarter" idx="13"/>
          </p:nvPr>
        </p:nvSpPr>
        <p:spPr>
          <a:xfrm>
            <a:off x="381000" y="1981200"/>
            <a:ext cx="5562600" cy="4267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648970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ubtitle, 3 Column Body Text">
    <p:spTree>
      <p:nvGrpSpPr>
        <p:cNvPr id="1" name=""/>
        <p:cNvGrpSpPr/>
        <p:nvPr/>
      </p:nvGrpSpPr>
      <p:grpSpPr>
        <a:xfrm>
          <a:off x="0" y="0"/>
          <a:ext cx="0" cy="0"/>
          <a:chOff x="0" y="0"/>
          <a:chExt cx="0" cy="0"/>
        </a:xfrm>
      </p:grpSpPr>
      <p:sp>
        <p:nvSpPr>
          <p:cNvPr id="10" name="Content Placeholder 6">
            <a:extLst>
              <a:ext uri="{FF2B5EF4-FFF2-40B4-BE49-F238E27FC236}">
                <a16:creationId xmlns:a16="http://schemas.microsoft.com/office/drawing/2014/main" id="{EC1029E4-1377-300E-C065-31436ED68BAC}"/>
              </a:ext>
            </a:extLst>
          </p:cNvPr>
          <p:cNvSpPr>
            <a:spLocks noGrp="1"/>
          </p:cNvSpPr>
          <p:nvPr>
            <p:ph sz="quarter" idx="15"/>
          </p:nvPr>
        </p:nvSpPr>
        <p:spPr>
          <a:xfrm>
            <a:off x="4267200" y="1981200"/>
            <a:ext cx="3657600" cy="4267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a:extLst>
              <a:ext uri="{FF2B5EF4-FFF2-40B4-BE49-F238E27FC236}">
                <a16:creationId xmlns:a16="http://schemas.microsoft.com/office/drawing/2014/main" id="{2D21A092-B787-801E-8664-20954CF6809B}"/>
              </a:ext>
            </a:extLst>
          </p:cNvPr>
          <p:cNvSpPr>
            <a:spLocks noGrp="1"/>
          </p:cNvSpPr>
          <p:nvPr>
            <p:ph sz="quarter" idx="13"/>
          </p:nvPr>
        </p:nvSpPr>
        <p:spPr>
          <a:xfrm>
            <a:off x="381000" y="1981200"/>
            <a:ext cx="3657600" cy="4267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6">
            <a:extLst>
              <a:ext uri="{FF2B5EF4-FFF2-40B4-BE49-F238E27FC236}">
                <a16:creationId xmlns:a16="http://schemas.microsoft.com/office/drawing/2014/main" id="{8F30C4A1-C250-7BEF-3BC2-9CFB6304F3D5}"/>
              </a:ext>
            </a:extLst>
          </p:cNvPr>
          <p:cNvSpPr>
            <a:spLocks noGrp="1"/>
          </p:cNvSpPr>
          <p:nvPr>
            <p:ph sz="quarter" idx="16"/>
          </p:nvPr>
        </p:nvSpPr>
        <p:spPr>
          <a:xfrm>
            <a:off x="8153400" y="1981200"/>
            <a:ext cx="3657600" cy="4267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1AB63C9B-9EF9-29CD-5D25-907D96874231}"/>
              </a:ext>
            </a:extLst>
          </p:cNvPr>
          <p:cNvSpPr>
            <a:spLocks noGrp="1"/>
          </p:cNvSpPr>
          <p:nvPr>
            <p:ph type="body" sz="quarter" idx="14"/>
          </p:nvPr>
        </p:nvSpPr>
        <p:spPr>
          <a:xfrm>
            <a:off x="381000" y="685800"/>
            <a:ext cx="11430000" cy="1066800"/>
          </a:xfrm>
          <a:prstGeom prst="rect">
            <a:avLst/>
          </a:prstGeom>
        </p:spPr>
        <p:txBody>
          <a:bodyPr lIns="0" rIns="0"/>
          <a:lstStyle>
            <a:lvl1pPr>
              <a:defRPr lang="en-US" sz="2800" dirty="0">
                <a:latin typeface="+mj-lt"/>
              </a:defRPr>
            </a:lvl1pPr>
          </a:lstStyle>
          <a:p>
            <a:pPr marL="0" lvl="0" indent="0">
              <a:lnSpc>
                <a:spcPct val="100000"/>
              </a:lnSpc>
              <a:buNone/>
            </a:pPr>
            <a:r>
              <a:rPr lang="en-US"/>
              <a:t>Click to edit Master text styles</a:t>
            </a:r>
          </a:p>
        </p:txBody>
      </p:sp>
      <p:sp>
        <p:nvSpPr>
          <p:cNvPr id="2" name="Title 1">
            <a:extLst>
              <a:ext uri="{FF2B5EF4-FFF2-40B4-BE49-F238E27FC236}">
                <a16:creationId xmlns:a16="http://schemas.microsoft.com/office/drawing/2014/main" id="{8341A231-5EDC-C1A1-4ABB-BC6DA52F4EC1}"/>
              </a:ext>
            </a:extLst>
          </p:cNvPr>
          <p:cNvSpPr>
            <a:spLocks noGrp="1"/>
          </p:cNvSpPr>
          <p:nvPr>
            <p:ph type="title"/>
          </p:nvPr>
        </p:nvSpPr>
        <p:spPr>
          <a:xfrm>
            <a:off x="381000" y="304801"/>
            <a:ext cx="11430000" cy="380999"/>
          </a:xfrm>
          <a:prstGeom prst="rect">
            <a:avLst/>
          </a:prstGeom>
        </p:spPr>
        <p:txBody>
          <a:bodyPr vert="horz" lIns="0" tIns="45720" rIns="0" bIns="45720" rtlCol="0" anchor="t">
            <a:noAutofit/>
          </a:bodyPr>
          <a:lstStyle>
            <a:lvl1pPr>
              <a:defRPr lang="en-US"/>
            </a:lvl1pPr>
          </a:lstStyle>
          <a:p>
            <a:pPr lvl="0">
              <a:lnSpc>
                <a:spcPct val="100000"/>
              </a:lnSpc>
            </a:pPr>
            <a:r>
              <a:rPr lang="en-US"/>
              <a:t>Click to edit Master title style</a:t>
            </a:r>
          </a:p>
        </p:txBody>
      </p:sp>
      <p:sp>
        <p:nvSpPr>
          <p:cNvPr id="3" name="Date Placeholder 2">
            <a:extLst>
              <a:ext uri="{FF2B5EF4-FFF2-40B4-BE49-F238E27FC236}">
                <a16:creationId xmlns:a16="http://schemas.microsoft.com/office/drawing/2014/main" id="{DC224402-4AF5-E408-D3B7-C91183711897}"/>
              </a:ext>
            </a:extLst>
          </p:cNvPr>
          <p:cNvSpPr>
            <a:spLocks noGrp="1"/>
          </p:cNvSpPr>
          <p:nvPr>
            <p:ph type="dt" sz="half" idx="10"/>
          </p:nvPr>
        </p:nvSpPr>
        <p:spPr/>
        <p:txBody>
          <a:bodyPr/>
          <a:lstStyle/>
          <a:p>
            <a:r>
              <a:rPr lang="en-US"/>
              <a:t>January 2026</a:t>
            </a:r>
          </a:p>
        </p:txBody>
      </p:sp>
      <p:sp>
        <p:nvSpPr>
          <p:cNvPr id="4" name="Footer Placeholder 3">
            <a:extLst>
              <a:ext uri="{FF2B5EF4-FFF2-40B4-BE49-F238E27FC236}">
                <a16:creationId xmlns:a16="http://schemas.microsoft.com/office/drawing/2014/main" id="{DEDB1DA6-2C96-66B0-2A4C-85DA50585493}"/>
              </a:ext>
            </a:extLst>
          </p:cNvPr>
          <p:cNvSpPr>
            <a:spLocks noGrp="1"/>
          </p:cNvSpPr>
          <p:nvPr>
            <p:ph type="ftr" sz="quarter" idx="11"/>
          </p:nvPr>
        </p:nvSpPr>
        <p:spPr/>
        <p:txBody>
          <a:bodyPr/>
          <a:lstStyle/>
          <a:p>
            <a:r>
              <a:rPr lang="en-US" noProof="0"/>
              <a:t>© 2026 NTT DATA, Inc.</a:t>
            </a:r>
          </a:p>
        </p:txBody>
      </p:sp>
      <p:sp>
        <p:nvSpPr>
          <p:cNvPr id="5" name="Slide Number Placeholder 4">
            <a:extLst>
              <a:ext uri="{FF2B5EF4-FFF2-40B4-BE49-F238E27FC236}">
                <a16:creationId xmlns:a16="http://schemas.microsoft.com/office/drawing/2014/main" id="{E2979F26-3C27-4303-6B8D-77E75E532965}"/>
              </a:ext>
            </a:extLst>
          </p:cNvPr>
          <p:cNvSpPr>
            <a:spLocks noGrp="1"/>
          </p:cNvSpPr>
          <p:nvPr>
            <p:ph type="sldNum" sz="quarter" idx="12"/>
          </p:nvPr>
        </p:nvSpPr>
        <p:spPr/>
        <p:txBody>
          <a:bodyPr/>
          <a:lstStyle/>
          <a:p>
            <a:pPr algn="ctr"/>
            <a:fld id="{60D39823-8059-4D49-BD26-6D32C31B8621}" type="slidenum">
              <a:rPr lang="en-US" smtClean="0"/>
              <a:pPr algn="ctr"/>
              <a:t>‹#›</a:t>
            </a:fld>
            <a:endParaRPr lang="en-US"/>
          </a:p>
        </p:txBody>
      </p:sp>
    </p:spTree>
    <p:extLst>
      <p:ext uri="{BB962C8B-B14F-4D97-AF65-F5344CB8AC3E}">
        <p14:creationId xmlns:p14="http://schemas.microsoft.com/office/powerpoint/2010/main" val="788319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uture Blue">
    <p:bg>
      <p:bgPr>
        <a:solidFill>
          <a:schemeClr val="bg2"/>
        </a:solidFill>
        <a:effectLst/>
      </p:bgPr>
    </p:bg>
    <p:spTree>
      <p:nvGrpSpPr>
        <p:cNvPr id="1" name=""/>
        <p:cNvGrpSpPr/>
        <p:nvPr/>
      </p:nvGrpSpPr>
      <p:grpSpPr>
        <a:xfrm>
          <a:off x="0" y="0"/>
          <a:ext cx="0" cy="0"/>
          <a:chOff x="0" y="0"/>
          <a:chExt cx="0" cy="0"/>
        </a:xfrm>
      </p:grpSpPr>
      <p:sp>
        <p:nvSpPr>
          <p:cNvPr id="2" name="NTT DATA Global Logo" descr="NTT DATA Global Logo">
            <a:extLst>
              <a:ext uri="{FF2B5EF4-FFF2-40B4-BE49-F238E27FC236}">
                <a16:creationId xmlns:a16="http://schemas.microsoft.com/office/drawing/2014/main" id="{2A4A4756-BF09-2DAA-9B2B-7274ADF973F2}"/>
              </a:ext>
            </a:extLst>
          </p:cNvPr>
          <p:cNvSpPr/>
          <p:nvPr userDrawn="1"/>
        </p:nvSpPr>
        <p:spPr bwMode="black">
          <a:xfrm>
            <a:off x="3403470" y="2880360"/>
            <a:ext cx="5385061" cy="1097280"/>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rgbClr val="FFFFFF"/>
          </a:solidFill>
          <a:ln w="7639" cap="flat">
            <a:noFill/>
            <a:prstDash val="solid"/>
            <a:miter/>
          </a:ln>
        </p:spPr>
        <p:txBody>
          <a:bodyPr rtlCol="0" anchor="ctr"/>
          <a:lstStyle/>
          <a:p>
            <a:endParaRPr lang="en-US"/>
          </a:p>
        </p:txBody>
      </p:sp>
    </p:spTree>
    <p:extLst>
      <p:ext uri="{BB962C8B-B14F-4D97-AF65-F5344CB8AC3E}">
        <p14:creationId xmlns:p14="http://schemas.microsoft.com/office/powerpoint/2010/main" val="32261029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mart Navy">
    <p:bg>
      <p:bgPr>
        <a:solidFill>
          <a:srgbClr val="070F26"/>
        </a:solidFill>
        <a:effectLst/>
      </p:bgPr>
    </p:bg>
    <p:spTree>
      <p:nvGrpSpPr>
        <p:cNvPr id="1" name=""/>
        <p:cNvGrpSpPr/>
        <p:nvPr/>
      </p:nvGrpSpPr>
      <p:grpSpPr>
        <a:xfrm>
          <a:off x="0" y="0"/>
          <a:ext cx="0" cy="0"/>
          <a:chOff x="0" y="0"/>
          <a:chExt cx="0" cy="0"/>
        </a:xfrm>
      </p:grpSpPr>
      <p:sp>
        <p:nvSpPr>
          <p:cNvPr id="2" name="NTT DATA Global Logo" descr="NTT DATA Global Logo">
            <a:extLst>
              <a:ext uri="{FF2B5EF4-FFF2-40B4-BE49-F238E27FC236}">
                <a16:creationId xmlns:a16="http://schemas.microsoft.com/office/drawing/2014/main" id="{1615296B-7D86-833D-E6BA-B94DB6EC001E}"/>
              </a:ext>
            </a:extLst>
          </p:cNvPr>
          <p:cNvSpPr/>
          <p:nvPr userDrawn="1"/>
        </p:nvSpPr>
        <p:spPr bwMode="black">
          <a:xfrm>
            <a:off x="3403470" y="2880360"/>
            <a:ext cx="5385061" cy="1097280"/>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rgbClr val="FFFFFF"/>
          </a:solidFill>
          <a:ln w="7639" cap="flat">
            <a:noFill/>
            <a:prstDash val="solid"/>
            <a:miter/>
          </a:ln>
        </p:spPr>
        <p:txBody>
          <a:bodyPr rtlCol="0" anchor="ctr"/>
          <a:lstStyle/>
          <a:p>
            <a:endParaRPr lang="en-US"/>
          </a:p>
        </p:txBody>
      </p:sp>
    </p:spTree>
    <p:extLst>
      <p:ext uri="{BB962C8B-B14F-4D97-AF65-F5344CB8AC3E}">
        <p14:creationId xmlns:p14="http://schemas.microsoft.com/office/powerpoint/2010/main" val="15099005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White">
    <p:bg>
      <p:bgPr>
        <a:solidFill>
          <a:schemeClr val="tx1"/>
        </a:solidFill>
        <a:effectLst/>
      </p:bgPr>
    </p:bg>
    <p:spTree>
      <p:nvGrpSpPr>
        <p:cNvPr id="1" name=""/>
        <p:cNvGrpSpPr/>
        <p:nvPr/>
      </p:nvGrpSpPr>
      <p:grpSpPr>
        <a:xfrm>
          <a:off x="0" y="0"/>
          <a:ext cx="0" cy="0"/>
          <a:chOff x="0" y="0"/>
          <a:chExt cx="0" cy="0"/>
        </a:xfrm>
      </p:grpSpPr>
      <p:sp>
        <p:nvSpPr>
          <p:cNvPr id="3" name="NTT DATA Global Logo" descr="NTT DATA Global Logo">
            <a:extLst>
              <a:ext uri="{FF2B5EF4-FFF2-40B4-BE49-F238E27FC236}">
                <a16:creationId xmlns:a16="http://schemas.microsoft.com/office/drawing/2014/main" id="{9B1656D1-90B8-BAEC-BAE1-40408FA32F2C}"/>
              </a:ext>
            </a:extLst>
          </p:cNvPr>
          <p:cNvSpPr/>
          <p:nvPr userDrawn="1"/>
        </p:nvSpPr>
        <p:spPr bwMode="black">
          <a:xfrm>
            <a:off x="3403470" y="2880360"/>
            <a:ext cx="5385061" cy="1097280"/>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accent1"/>
          </a:solidFill>
          <a:ln w="7639" cap="flat">
            <a:noFill/>
            <a:prstDash val="solid"/>
            <a:miter/>
          </a:ln>
        </p:spPr>
        <p:txBody>
          <a:bodyPr rtlCol="0" anchor="ctr"/>
          <a:lstStyle/>
          <a:p>
            <a:endParaRPr lang="en-US"/>
          </a:p>
        </p:txBody>
      </p:sp>
    </p:spTree>
    <p:extLst>
      <p:ext uri="{BB962C8B-B14F-4D97-AF65-F5344CB8AC3E}">
        <p14:creationId xmlns:p14="http://schemas.microsoft.com/office/powerpoint/2010/main" val="33202866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ull Image">
    <p:bg>
      <p:bgPr>
        <a:solidFill>
          <a:srgbClr val="070F26"/>
        </a:solidFill>
        <a:effectLst/>
      </p:bgPr>
    </p:bg>
    <p:spTree>
      <p:nvGrpSpPr>
        <p:cNvPr id="1" name=""/>
        <p:cNvGrpSpPr/>
        <p:nvPr/>
      </p:nvGrpSpPr>
      <p:grpSpPr>
        <a:xfrm>
          <a:off x="0" y="0"/>
          <a:ext cx="0" cy="0"/>
          <a:chOff x="0" y="0"/>
          <a:chExt cx="0" cy="0"/>
        </a:xfrm>
      </p:grpSpPr>
      <p:sp>
        <p:nvSpPr>
          <p:cNvPr id="2" name="Text Placeholder 20">
            <a:extLst>
              <a:ext uri="{FF2B5EF4-FFF2-40B4-BE49-F238E27FC236}">
                <a16:creationId xmlns:a16="http://schemas.microsoft.com/office/drawing/2014/main" id="{0D73EB22-28B8-EDF3-DAF5-3AC807C66A98}"/>
              </a:ext>
            </a:extLst>
          </p:cNvPr>
          <p:cNvSpPr>
            <a:spLocks noGrp="1"/>
          </p:cNvSpPr>
          <p:nvPr>
            <p:ph type="body" sz="quarter" idx="16"/>
          </p:nvPr>
        </p:nvSpPr>
        <p:spPr>
          <a:xfrm>
            <a:off x="0" y="0"/>
            <a:ext cx="12192000" cy="6858000"/>
          </a:xfrm>
          <a:prstGeom prst="rect">
            <a:avLst/>
          </a:prstGeom>
          <a:solidFill>
            <a:srgbClr val="050D24">
              <a:alpha val="57647"/>
            </a:srgbClr>
          </a:solidFill>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NTT DATA Global Logo" descr="NTT DATA Global Logo">
            <a:extLst>
              <a:ext uri="{FF2B5EF4-FFF2-40B4-BE49-F238E27FC236}">
                <a16:creationId xmlns:a16="http://schemas.microsoft.com/office/drawing/2014/main" id="{534A451C-A194-D71D-4CF6-5B22A3878D16}"/>
              </a:ext>
            </a:extLst>
          </p:cNvPr>
          <p:cNvSpPr>
            <a:spLocks noGrp="1"/>
          </p:cNvSpPr>
          <p:nvPr>
            <p:ph type="body" sz="quarter" idx="15"/>
          </p:nvPr>
        </p:nvSpPr>
        <p:spPr bwMode="black">
          <a:xfrm>
            <a:off x="3333909" y="2865120"/>
            <a:ext cx="5524182" cy="1127760"/>
          </a:xfrm>
          <a:prstGeom prst="rect">
            <a:avLst/>
          </a:prstGeom>
          <a:blipFill dpi="0" rotWithShape="1">
            <a:blip r:embed="rId2"/>
            <a:srcRect/>
            <a:stretch>
              <a:fillRect/>
            </a:stretch>
          </a:blipFill>
        </p:spPr>
        <p:txBody>
          <a:bodyPr wrap="none" lIns="0" tIns="0" rIns="0" bIns="0"/>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12" name="Picture Placeholder 4">
            <a:extLst>
              <a:ext uri="{FF2B5EF4-FFF2-40B4-BE49-F238E27FC236}">
                <a16:creationId xmlns:a16="http://schemas.microsoft.com/office/drawing/2014/main" id="{2F858FA1-7D21-8F05-79E4-62B789D77D01}"/>
              </a:ext>
            </a:extLst>
          </p:cNvPr>
          <p:cNvSpPr>
            <a:spLocks noGrp="1"/>
          </p:cNvSpPr>
          <p:nvPr>
            <p:ph type="pic" sz="quarter" idx="13" hasCustomPrompt="1"/>
          </p:nvPr>
        </p:nvSpPr>
        <p:spPr>
          <a:xfrm>
            <a:off x="0" y="0"/>
            <a:ext cx="12192000" cy="6860241"/>
          </a:xfrm>
          <a:prstGeom prst="rect">
            <a:avLst/>
          </a:prstGeom>
          <a:noFill/>
        </p:spPr>
        <p:txBody>
          <a:bodyPr tIns="2743200" bIns="0" anchor="ctr"/>
          <a:lstStyle>
            <a:lvl1pPr marL="0" indent="0" algn="ctr">
              <a:buFontTx/>
              <a:buNone/>
              <a:defRPr sz="2400">
                <a:solidFill>
                  <a:schemeClr val="accent3"/>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a:t>Click to add image. Then Reorder: Send to back</a:t>
            </a:r>
          </a:p>
        </p:txBody>
      </p:sp>
    </p:spTree>
    <p:extLst>
      <p:ext uri="{BB962C8B-B14F-4D97-AF65-F5344CB8AC3E}">
        <p14:creationId xmlns:p14="http://schemas.microsoft.com/office/powerpoint/2010/main" val="394159215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 Id="rId5" Type="http://schemas.openxmlformats.org/officeDocument/2006/relationships/theme" Target="../theme/theme4.xml"/><Relationship Id="rId4" Type="http://schemas.openxmlformats.org/officeDocument/2006/relationships/slideLayout" Target="../slideLayouts/slideLayout17.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slideLayout" Target="../slideLayouts/slideLayout19.xml"/><Relationship Id="rId1" Type="http://schemas.openxmlformats.org/officeDocument/2006/relationships/slideLayout" Target="../slideLayouts/slideLayout18.xml"/><Relationship Id="rId5" Type="http://schemas.openxmlformats.org/officeDocument/2006/relationships/theme" Target="../theme/theme5.xml"/><Relationship Id="rId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70F26"/>
        </a:solidFill>
        <a:effectLst/>
      </p:bgPr>
    </p:bg>
    <p:spTree>
      <p:nvGrpSpPr>
        <p:cNvPr id="1" name=""/>
        <p:cNvGrpSpPr/>
        <p:nvPr/>
      </p:nvGrpSpPr>
      <p:grpSpPr>
        <a:xfrm>
          <a:off x="0" y="0"/>
          <a:ext cx="0" cy="0"/>
          <a:chOff x="0" y="0"/>
          <a:chExt cx="0" cy="0"/>
        </a:xfrm>
      </p:grpSpPr>
      <p:sp>
        <p:nvSpPr>
          <p:cNvPr id="4" name="Date">
            <a:extLst>
              <a:ext uri="{FF2B5EF4-FFF2-40B4-BE49-F238E27FC236}">
                <a16:creationId xmlns:a16="http://schemas.microsoft.com/office/drawing/2014/main" id="{C3A244F4-DCC8-926C-C40B-97795E7EE6B7}"/>
              </a:ext>
            </a:extLst>
          </p:cNvPr>
          <p:cNvSpPr>
            <a:spLocks noGrp="1"/>
          </p:cNvSpPr>
          <p:nvPr>
            <p:ph type="dt" sz="half" idx="2"/>
          </p:nvPr>
        </p:nvSpPr>
        <p:spPr>
          <a:xfrm>
            <a:off x="381000" y="6324601"/>
            <a:ext cx="1295400" cy="304800"/>
          </a:xfrm>
          <a:prstGeom prst="rect">
            <a:avLst/>
          </a:prstGeom>
        </p:spPr>
        <p:txBody>
          <a:bodyPr vert="horz" lIns="0" tIns="0" rIns="0" bIns="0" rtlCol="0" anchor="ctr"/>
          <a:lstStyle>
            <a:lvl1pPr algn="l">
              <a:defRPr sz="1200">
                <a:solidFill>
                  <a:srgbClr val="F8F8F8"/>
                </a:solidFill>
              </a:defRPr>
            </a:lvl1pPr>
          </a:lstStyle>
          <a:p>
            <a:r>
              <a:rPr lang="en-US" noProof="0"/>
              <a:t>January 2026</a:t>
            </a:r>
          </a:p>
        </p:txBody>
      </p:sp>
      <p:sp>
        <p:nvSpPr>
          <p:cNvPr id="9" name="Legal">
            <a:extLst>
              <a:ext uri="{FF2B5EF4-FFF2-40B4-BE49-F238E27FC236}">
                <a16:creationId xmlns:a16="http://schemas.microsoft.com/office/drawing/2014/main" id="{326E4B9D-7B25-6F98-95C6-44F5E186EAA1}"/>
              </a:ext>
            </a:extLst>
          </p:cNvPr>
          <p:cNvSpPr>
            <a:spLocks noGrp="1"/>
          </p:cNvSpPr>
          <p:nvPr>
            <p:ph type="ftr" sz="quarter" idx="3"/>
          </p:nvPr>
        </p:nvSpPr>
        <p:spPr>
          <a:xfrm>
            <a:off x="1828800" y="6324602"/>
            <a:ext cx="4114800" cy="304800"/>
          </a:xfrm>
          <a:prstGeom prst="rect">
            <a:avLst/>
          </a:prstGeom>
        </p:spPr>
        <p:txBody>
          <a:bodyPr vert="horz" lIns="0" tIns="0" rIns="0" bIns="0" rtlCol="0" anchor="ctr"/>
          <a:lstStyle>
            <a:lvl1pPr algn="l">
              <a:defRPr sz="1200" b="0" i="0">
                <a:solidFill>
                  <a:schemeClr val="tx1">
                    <a:tint val="75000"/>
                  </a:schemeClr>
                </a:solidFill>
                <a:latin typeface="Arial" panose="020B0604020202020204" pitchFamily="34" charset="0"/>
              </a:defRPr>
            </a:lvl1pPr>
          </a:lstStyle>
          <a:p>
            <a:r>
              <a:rPr lang="en-CA"/>
              <a:t>© 2026 NTT DATA, Inc.</a:t>
            </a:r>
          </a:p>
        </p:txBody>
      </p:sp>
      <p:sp>
        <p:nvSpPr>
          <p:cNvPr id="2" name="Title">
            <a:extLst>
              <a:ext uri="{FF2B5EF4-FFF2-40B4-BE49-F238E27FC236}">
                <a16:creationId xmlns:a16="http://schemas.microsoft.com/office/drawing/2014/main" id="{CC985B73-0F18-F280-6DFA-98D9E7E3C523}"/>
              </a:ext>
            </a:extLst>
          </p:cNvPr>
          <p:cNvSpPr>
            <a:spLocks noGrp="1"/>
          </p:cNvSpPr>
          <p:nvPr>
            <p:ph type="title"/>
          </p:nvPr>
        </p:nvSpPr>
        <p:spPr>
          <a:xfrm>
            <a:off x="381000" y="2438400"/>
            <a:ext cx="4953000" cy="1371600"/>
          </a:xfrm>
          <a:prstGeom prst="rect">
            <a:avLst/>
          </a:prstGeom>
        </p:spPr>
        <p:txBody>
          <a:bodyPr vert="horz" lIns="0" tIns="45720" rIns="0" bIns="45720" rtlCol="0" anchor="b">
            <a:noAutofit/>
          </a:bodyPr>
          <a:lstStyle/>
          <a:p>
            <a:r>
              <a:rPr lang="en-US" noProof="0"/>
              <a:t>Click to edit title</a:t>
            </a:r>
          </a:p>
        </p:txBody>
      </p:sp>
    </p:spTree>
    <p:extLst>
      <p:ext uri="{BB962C8B-B14F-4D97-AF65-F5344CB8AC3E}">
        <p14:creationId xmlns:p14="http://schemas.microsoft.com/office/powerpoint/2010/main" val="806375964"/>
      </p:ext>
    </p:extLst>
  </p:cSld>
  <p:clrMap bg1="lt1" tx1="dk1" bg2="lt2" tx2="dk2" accent1="accent1" accent2="accent2" accent3="accent3" accent4="accent4" accent5="accent5" accent6="accent6" hlink="hlink" folHlink="folHlink"/>
  <p:sldLayoutIdLst>
    <p:sldLayoutId id="2147484240" r:id="rId1"/>
    <p:sldLayoutId id="2147484241" r:id="rId2"/>
    <p:sldLayoutId id="2147484242" r:id="rId3"/>
  </p:sldLayoutIdLst>
  <p:hf hdr="0"/>
  <p:txStyles>
    <p:titleStyle>
      <a:lvl1pPr algn="l" defTabSz="914400" rtl="0" eaLnBrk="1" latinLnBrk="0" hangingPunct="1">
        <a:lnSpc>
          <a:spcPct val="100000"/>
        </a:lnSpc>
        <a:spcBef>
          <a:spcPct val="0"/>
        </a:spcBef>
        <a:buNone/>
        <a:defRPr lang="en-US" sz="4800" b="0" i="0" kern="1200" dirty="0">
          <a:solidFill>
            <a:srgbClr val="F8F8F8"/>
          </a:solidFill>
          <a:latin typeface="Georgia" panose="02040502050405020303" pitchFamily="18" charset="0"/>
          <a:ea typeface="+mj-ea"/>
          <a:cs typeface="Times New Roman" panose="02020603050405020304" pitchFamily="18"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lang="en-US" sz="2000" b="0" i="0" kern="1200" dirty="0" smtClean="0">
          <a:solidFill>
            <a:srgbClr val="F8F8F8"/>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6ACE2E93-F0C6-496C-92F8-919FE5576385}"/>
              </a:ext>
            </a:extLst>
          </p:cNvPr>
          <p:cNvSpPr>
            <a:spLocks noGrp="1"/>
          </p:cNvSpPr>
          <p:nvPr>
            <p:ph type="dt" sz="half" idx="2"/>
          </p:nvPr>
        </p:nvSpPr>
        <p:spPr>
          <a:xfrm>
            <a:off x="381000" y="6324601"/>
            <a:ext cx="1295400" cy="304800"/>
          </a:xfrm>
          <a:prstGeom prst="rect">
            <a:avLst/>
          </a:prstGeom>
        </p:spPr>
        <p:txBody>
          <a:bodyPr vert="horz" lIns="0" tIns="0" rIns="0" bIns="0" rtlCol="0" anchor="ctr"/>
          <a:lstStyle>
            <a:lvl1pPr algn="l">
              <a:defRPr sz="1200">
                <a:solidFill>
                  <a:srgbClr val="050D24"/>
                </a:solidFill>
              </a:defRPr>
            </a:lvl1pPr>
          </a:lstStyle>
          <a:p>
            <a:r>
              <a:rPr lang="en-US" noProof="0"/>
              <a:t>January 2026</a:t>
            </a:r>
          </a:p>
        </p:txBody>
      </p:sp>
      <p:sp>
        <p:nvSpPr>
          <p:cNvPr id="5" name="Footer Placeholder 8">
            <a:extLst>
              <a:ext uri="{FF2B5EF4-FFF2-40B4-BE49-F238E27FC236}">
                <a16:creationId xmlns:a16="http://schemas.microsoft.com/office/drawing/2014/main" id="{6F6F2F78-2ADE-918C-2B29-50DDCEC82CE3}"/>
              </a:ext>
            </a:extLst>
          </p:cNvPr>
          <p:cNvSpPr>
            <a:spLocks noGrp="1"/>
          </p:cNvSpPr>
          <p:nvPr>
            <p:ph type="ftr" sz="quarter" idx="3"/>
          </p:nvPr>
        </p:nvSpPr>
        <p:spPr>
          <a:xfrm>
            <a:off x="1828800" y="6324600"/>
            <a:ext cx="4114800" cy="304800"/>
          </a:xfrm>
          <a:prstGeom prst="rect">
            <a:avLst/>
          </a:prstGeom>
        </p:spPr>
        <p:txBody>
          <a:bodyPr vert="horz" lIns="0" tIns="0" rIns="0" bIns="0" rtlCol="0" anchor="ctr"/>
          <a:lstStyle>
            <a:lvl1pPr algn="l">
              <a:defRPr sz="1200" b="0" i="0">
                <a:solidFill>
                  <a:srgbClr val="050D24"/>
                </a:solidFill>
                <a:latin typeface="Arial" panose="020B0604020202020204" pitchFamily="34" charset="0"/>
              </a:defRPr>
            </a:lvl1pPr>
          </a:lstStyle>
          <a:p>
            <a:r>
              <a:rPr lang="en-US" noProof="0"/>
              <a:t>© 2026 NTT DATA, Inc.</a:t>
            </a:r>
          </a:p>
        </p:txBody>
      </p:sp>
      <p:sp>
        <p:nvSpPr>
          <p:cNvPr id="2" name="Title Placeholder 1">
            <a:extLst>
              <a:ext uri="{FF2B5EF4-FFF2-40B4-BE49-F238E27FC236}">
                <a16:creationId xmlns:a16="http://schemas.microsoft.com/office/drawing/2014/main" id="{CC985B73-0F18-F280-6DFA-98D9E7E3C523}"/>
              </a:ext>
            </a:extLst>
          </p:cNvPr>
          <p:cNvSpPr>
            <a:spLocks noGrp="1"/>
          </p:cNvSpPr>
          <p:nvPr>
            <p:ph type="title"/>
          </p:nvPr>
        </p:nvSpPr>
        <p:spPr>
          <a:xfrm>
            <a:off x="381000" y="2438400"/>
            <a:ext cx="4953000" cy="1371600"/>
          </a:xfrm>
          <a:prstGeom prst="rect">
            <a:avLst/>
          </a:prstGeom>
        </p:spPr>
        <p:txBody>
          <a:bodyPr vert="horz" lIns="0" tIns="45720" rIns="0" bIns="45720" rtlCol="0" anchor="b">
            <a:noAutofit/>
          </a:bodyPr>
          <a:lstStyle/>
          <a:p>
            <a:r>
              <a:rPr lang="en-US" noProof="0"/>
              <a:t>Click to edit title</a:t>
            </a:r>
          </a:p>
        </p:txBody>
      </p:sp>
      <p:sp>
        <p:nvSpPr>
          <p:cNvPr id="6" name="NTT DATA Global Logo" descr="NTT DATA Global Logo">
            <a:extLst>
              <a:ext uri="{FF2B5EF4-FFF2-40B4-BE49-F238E27FC236}">
                <a16:creationId xmlns:a16="http://schemas.microsoft.com/office/drawing/2014/main" id="{9BB150AA-7E16-0669-0BE0-D2DE680F91CD}"/>
              </a:ext>
            </a:extLst>
          </p:cNvPr>
          <p:cNvSpPr/>
          <p:nvPr userDrawn="1"/>
        </p:nvSpPr>
        <p:spPr bwMode="black">
          <a:xfrm>
            <a:off x="402336" y="320040"/>
            <a:ext cx="1956816" cy="398728"/>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rgbClr val="0072BC"/>
          </a:solidFill>
          <a:ln w="7639" cap="flat">
            <a:noFill/>
            <a:prstDash val="solid"/>
            <a:miter/>
          </a:ln>
        </p:spPr>
        <p:txBody>
          <a:bodyPr rtlCol="0" anchor="ctr"/>
          <a:lstStyle/>
          <a:p>
            <a:endParaRPr lang="en-US"/>
          </a:p>
        </p:txBody>
      </p:sp>
    </p:spTree>
    <p:extLst>
      <p:ext uri="{BB962C8B-B14F-4D97-AF65-F5344CB8AC3E}">
        <p14:creationId xmlns:p14="http://schemas.microsoft.com/office/powerpoint/2010/main" val="3658961162"/>
      </p:ext>
    </p:extLst>
  </p:cSld>
  <p:clrMap bg1="lt1" tx1="dk1" bg2="lt2" tx2="dk2" accent1="accent1" accent2="accent2" accent3="accent3" accent4="accent4" accent5="accent5" accent6="accent6" hlink="hlink" folHlink="folHlink"/>
  <p:sldLayoutIdLst>
    <p:sldLayoutId id="2147484078" r:id="rId1"/>
    <p:sldLayoutId id="2147484079" r:id="rId2"/>
  </p:sldLayoutIdLst>
  <p:hf hdr="0"/>
  <p:txStyles>
    <p:titleStyle>
      <a:lvl1pPr algn="l" defTabSz="914400" rtl="0" eaLnBrk="1" latinLnBrk="0" hangingPunct="1">
        <a:lnSpc>
          <a:spcPct val="100000"/>
        </a:lnSpc>
        <a:spcBef>
          <a:spcPct val="0"/>
        </a:spcBef>
        <a:buNone/>
        <a:defRPr lang="en-US" sz="4800" b="0" i="0" kern="1200" dirty="0">
          <a:solidFill>
            <a:schemeClr val="bg1"/>
          </a:solidFill>
          <a:latin typeface="Georgia" panose="02040502050405020303" pitchFamily="18" charset="0"/>
          <a:ea typeface="+mj-ea"/>
          <a:cs typeface="Times New Roman" panose="02020603050405020304" pitchFamily="18"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lang="en-US" sz="2000" b="0" i="0" kern="1200" dirty="0" smtClean="0">
          <a:solidFill>
            <a:srgbClr val="F8F8F8"/>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7DB37B6-3DF4-34BD-D5E9-52EA5E80D4A7}"/>
              </a:ext>
            </a:extLst>
          </p:cNvPr>
          <p:cNvSpPr>
            <a:spLocks noGrp="1"/>
          </p:cNvSpPr>
          <p:nvPr>
            <p:ph type="dt" sz="half" idx="2"/>
          </p:nvPr>
        </p:nvSpPr>
        <p:spPr>
          <a:xfrm>
            <a:off x="381000" y="6400800"/>
            <a:ext cx="914400" cy="304800"/>
          </a:xfrm>
          <a:prstGeom prst="rect">
            <a:avLst/>
          </a:prstGeom>
          <a:ln w="3175">
            <a:noFill/>
          </a:ln>
        </p:spPr>
        <p:txBody>
          <a:bodyPr vert="horz" lIns="0" tIns="0" rIns="0" bIns="0" rtlCol="0" anchor="ctr"/>
          <a:lstStyle>
            <a:lvl1pPr>
              <a:defRPr lang="en-US" sz="800" smtClean="0">
                <a:solidFill>
                  <a:srgbClr val="050D24"/>
                </a:solidFill>
              </a:defRPr>
            </a:lvl1pPr>
          </a:lstStyle>
          <a:p>
            <a:r>
              <a:rPr lang="en-US"/>
              <a:t>January 2026</a:t>
            </a:r>
          </a:p>
        </p:txBody>
      </p:sp>
      <p:sp>
        <p:nvSpPr>
          <p:cNvPr id="5" name="Footer Placeholder 4">
            <a:extLst>
              <a:ext uri="{FF2B5EF4-FFF2-40B4-BE49-F238E27FC236}">
                <a16:creationId xmlns:a16="http://schemas.microsoft.com/office/drawing/2014/main" id="{D93C5F86-8F5F-160E-E108-4A97EA9FE1AE}"/>
              </a:ext>
            </a:extLst>
          </p:cNvPr>
          <p:cNvSpPr>
            <a:spLocks noGrp="1"/>
          </p:cNvSpPr>
          <p:nvPr>
            <p:ph type="ftr" sz="quarter" idx="3"/>
          </p:nvPr>
        </p:nvSpPr>
        <p:spPr>
          <a:xfrm>
            <a:off x="1371600" y="6400800"/>
            <a:ext cx="4114800" cy="304800"/>
          </a:xfrm>
          <a:prstGeom prst="rect">
            <a:avLst/>
          </a:prstGeom>
          <a:ln w="3175">
            <a:noFill/>
          </a:ln>
        </p:spPr>
        <p:txBody>
          <a:bodyPr vert="horz" lIns="0" tIns="0" rIns="0" bIns="0" rtlCol="0" anchor="ctr"/>
          <a:lstStyle>
            <a:lvl1pPr>
              <a:defRPr lang="en-US" sz="800" b="0" i="0">
                <a:solidFill>
                  <a:schemeClr val="tx2"/>
                </a:solidFill>
                <a:latin typeface="Arial" panose="020B0604020202020204" pitchFamily="34" charset="0"/>
              </a:defRPr>
            </a:lvl1pPr>
          </a:lstStyle>
          <a:p>
            <a:r>
              <a:rPr lang="en-US" noProof="0"/>
              <a:t>© 2026 NTT DATA, Inc.</a:t>
            </a:r>
          </a:p>
        </p:txBody>
      </p:sp>
      <p:sp>
        <p:nvSpPr>
          <p:cNvPr id="2" name="Title Placeholder 1">
            <a:extLst>
              <a:ext uri="{FF2B5EF4-FFF2-40B4-BE49-F238E27FC236}">
                <a16:creationId xmlns:a16="http://schemas.microsoft.com/office/drawing/2014/main" id="{A64DB4C7-535B-ACE9-FD48-E216483B5812}"/>
              </a:ext>
            </a:extLst>
          </p:cNvPr>
          <p:cNvSpPr>
            <a:spLocks noGrp="1"/>
          </p:cNvSpPr>
          <p:nvPr>
            <p:ph type="title"/>
          </p:nvPr>
        </p:nvSpPr>
        <p:spPr>
          <a:xfrm>
            <a:off x="381000" y="304801"/>
            <a:ext cx="11430000" cy="533399"/>
          </a:xfrm>
          <a:prstGeom prst="rect">
            <a:avLst/>
          </a:prstGeom>
        </p:spPr>
        <p:txBody>
          <a:bodyPr vert="horz" lIns="0" tIns="45720" rIns="0" bIns="45720" rtlCol="0" anchor="t">
            <a:noAutofit/>
          </a:bodyPr>
          <a:lstStyle/>
          <a:p>
            <a:pPr lvl="0">
              <a:lnSpc>
                <a:spcPct val="100000"/>
              </a:lnSpc>
            </a:pPr>
            <a:r>
              <a:rPr lang="en-US" noProof="0"/>
              <a:t>Click to edit Master title style</a:t>
            </a:r>
          </a:p>
        </p:txBody>
      </p:sp>
      <p:sp>
        <p:nvSpPr>
          <p:cNvPr id="3" name="Text Placeholder 2">
            <a:extLst>
              <a:ext uri="{FF2B5EF4-FFF2-40B4-BE49-F238E27FC236}">
                <a16:creationId xmlns:a16="http://schemas.microsoft.com/office/drawing/2014/main" id="{2015ACC7-9813-39D4-E0E6-4E62A19476A0}"/>
              </a:ext>
            </a:extLst>
          </p:cNvPr>
          <p:cNvSpPr>
            <a:spLocks noGrp="1"/>
          </p:cNvSpPr>
          <p:nvPr>
            <p:ph type="body" idx="1"/>
          </p:nvPr>
        </p:nvSpPr>
        <p:spPr>
          <a:xfrm>
            <a:off x="381000" y="1371600"/>
            <a:ext cx="11430000" cy="4876800"/>
          </a:xfrm>
          <a:prstGeom prst="rect">
            <a:avLst/>
          </a:prstGeom>
        </p:spPr>
        <p:txBody>
          <a:bodyPr vert="horz" lIns="0" tIns="45720" rIns="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0"/>
            <a:endParaRPr lang="en-US"/>
          </a:p>
        </p:txBody>
      </p:sp>
      <p:sp>
        <p:nvSpPr>
          <p:cNvPr id="7" name="NTT DATA Global Logo">
            <a:extLst>
              <a:ext uri="{FF2B5EF4-FFF2-40B4-BE49-F238E27FC236}">
                <a16:creationId xmlns:a16="http://schemas.microsoft.com/office/drawing/2014/main" id="{E4A297F2-4804-B5AA-637C-78C8A88550D2}"/>
              </a:ext>
            </a:extLst>
          </p:cNvPr>
          <p:cNvSpPr/>
          <p:nvPr userDrawn="1"/>
        </p:nvSpPr>
        <p:spPr bwMode="black">
          <a:xfrm>
            <a:off x="10588752" y="6428232"/>
            <a:ext cx="1211639" cy="246888"/>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rgbClr val="0072BC"/>
          </a:solidFill>
          <a:ln w="7639" cap="flat">
            <a:noFill/>
            <a:prstDash val="solid"/>
            <a:miter/>
          </a:ln>
        </p:spPr>
        <p:txBody>
          <a:bodyPr rtlCol="0" anchor="ctr"/>
          <a:lstStyle/>
          <a:p>
            <a:endParaRPr lang="en-US"/>
          </a:p>
        </p:txBody>
      </p:sp>
      <p:sp>
        <p:nvSpPr>
          <p:cNvPr id="9" name="Slide Number Placeholder 5">
            <a:extLst>
              <a:ext uri="{FF2B5EF4-FFF2-40B4-BE49-F238E27FC236}">
                <a16:creationId xmlns:a16="http://schemas.microsoft.com/office/drawing/2014/main" id="{C730919A-842B-324C-CCDA-7945A8CEB259}"/>
              </a:ext>
            </a:extLst>
          </p:cNvPr>
          <p:cNvSpPr>
            <a:spLocks noGrp="1"/>
          </p:cNvSpPr>
          <p:nvPr>
            <p:ph type="sldNum" sz="quarter" idx="4"/>
          </p:nvPr>
        </p:nvSpPr>
        <p:spPr>
          <a:xfrm>
            <a:off x="5562600" y="6400800"/>
            <a:ext cx="1066800" cy="304800"/>
          </a:xfrm>
          <a:prstGeom prst="rect">
            <a:avLst/>
          </a:prstGeom>
          <a:ln w="3175">
            <a:noFill/>
          </a:ln>
        </p:spPr>
        <p:txBody>
          <a:bodyPr anchor="ctr"/>
          <a:lstStyle>
            <a:lvl1pPr algn="ctr">
              <a:defRPr lang="en-US" sz="800" smtClean="0">
                <a:solidFill>
                  <a:schemeClr val="tx2"/>
                </a:solidFill>
              </a:defRPr>
            </a:lvl1pPr>
          </a:lstStyle>
          <a:p>
            <a:fld id="{60D39823-8059-4D49-BD26-6D32C31B8621}" type="slidenum">
              <a:rPr lang="en-US" smtClean="0"/>
              <a:pPr/>
              <a:t>‹#›</a:t>
            </a:fld>
            <a:endParaRPr lang="en-US"/>
          </a:p>
        </p:txBody>
      </p:sp>
    </p:spTree>
    <p:extLst>
      <p:ext uri="{BB962C8B-B14F-4D97-AF65-F5344CB8AC3E}">
        <p14:creationId xmlns:p14="http://schemas.microsoft.com/office/powerpoint/2010/main" val="674052129"/>
      </p:ext>
    </p:extLst>
  </p:cSld>
  <p:clrMap bg1="lt1" tx1="dk1" bg2="lt2" tx2="dk2" accent1="accent1" accent2="accent2" accent3="accent3" accent4="accent4" accent5="accent5" accent6="accent6" hlink="hlink" folHlink="folHlink"/>
  <p:sldLayoutIdLst>
    <p:sldLayoutId id="2147484201" r:id="rId1"/>
    <p:sldLayoutId id="2147484202" r:id="rId2"/>
    <p:sldLayoutId id="2147484186" r:id="rId3"/>
    <p:sldLayoutId id="2147484195" r:id="rId4"/>
    <p:sldLayoutId id="2147484196" r:id="rId5"/>
    <p:sldLayoutId id="2147484197" r:id="rId6"/>
    <p:sldLayoutId id="2147484198" r:id="rId7"/>
    <p:sldLayoutId id="2147484199" r:id="rId8"/>
  </p:sldLayoutIdLst>
  <p:hf hdr="0"/>
  <p:txStyles>
    <p:titleStyle>
      <a:lvl1pPr algn="l" defTabSz="914400" rtl="0" eaLnBrk="1" latinLnBrk="0" hangingPunct="1">
        <a:lnSpc>
          <a:spcPct val="90000"/>
        </a:lnSpc>
        <a:spcBef>
          <a:spcPct val="0"/>
        </a:spcBef>
        <a:buNone/>
        <a:defRPr lang="en-US" sz="2800" kern="1200" dirty="0">
          <a:solidFill>
            <a:schemeClr val="bg1"/>
          </a:solidFill>
          <a:latin typeface="Georgia" panose="02040502050405020303" pitchFamily="18" charset="0"/>
          <a:ea typeface="+mj-ea"/>
          <a:cs typeface="+mj-cs"/>
        </a:defRPr>
      </a:lvl1pPr>
    </p:titleStyle>
    <p:bodyStyle>
      <a:lvl1pPr marL="227013" indent="-227013"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2"/>
          </a:solidFill>
          <a:latin typeface="Arial" panose="020B0604020202020204" pitchFamily="34" charset="0"/>
          <a:ea typeface="+mn-ea"/>
          <a:cs typeface="Arial" panose="020B0604020202020204" pitchFamily="34" charset="0"/>
        </a:defRPr>
      </a:lvl1pPr>
      <a:lvl2pPr marL="798513" indent="-28575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2"/>
          </a:solidFill>
          <a:latin typeface="Arial" panose="020B0604020202020204" pitchFamily="34" charset="0"/>
          <a:ea typeface="+mn-ea"/>
          <a:cs typeface="Arial" panose="020B0604020202020204" pitchFamily="34" charset="0"/>
        </a:defRPr>
      </a:lvl2pPr>
      <a:lvl3pPr marL="120015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2"/>
          </a:solidFill>
          <a:latin typeface="Arial" panose="020B0604020202020204" pitchFamily="34" charset="0"/>
          <a:ea typeface="+mn-ea"/>
          <a:cs typeface="Arial" panose="020B0604020202020204" pitchFamily="34" charset="0"/>
        </a:defRPr>
      </a:lvl3pPr>
      <a:lvl4pPr marL="1712913" indent="-28575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2"/>
          </a:solidFill>
          <a:latin typeface="Arial" panose="020B0604020202020204" pitchFamily="34" charset="0"/>
          <a:ea typeface="+mn-ea"/>
          <a:cs typeface="Arial" panose="020B0604020202020204" pitchFamily="34" charset="0"/>
        </a:defRPr>
      </a:lvl4pPr>
      <a:lvl5pPr marL="211455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7DB37B6-3DF4-34BD-D5E9-52EA5E80D4A7}"/>
              </a:ext>
            </a:extLst>
          </p:cNvPr>
          <p:cNvSpPr>
            <a:spLocks noGrp="1"/>
          </p:cNvSpPr>
          <p:nvPr>
            <p:ph type="dt" sz="half" idx="2"/>
          </p:nvPr>
        </p:nvSpPr>
        <p:spPr>
          <a:xfrm>
            <a:off x="381000" y="6400800"/>
            <a:ext cx="914400" cy="304800"/>
          </a:xfrm>
          <a:prstGeom prst="rect">
            <a:avLst/>
          </a:prstGeom>
          <a:ln w="3175">
            <a:noFill/>
          </a:ln>
        </p:spPr>
        <p:txBody>
          <a:bodyPr vert="horz" lIns="0" tIns="0" rIns="0" bIns="0" rtlCol="0" anchor="ctr"/>
          <a:lstStyle>
            <a:lvl1pPr>
              <a:defRPr lang="en-US" sz="800" smtClean="0">
                <a:solidFill>
                  <a:schemeClr val="tx2"/>
                </a:solidFill>
              </a:defRPr>
            </a:lvl1pPr>
          </a:lstStyle>
          <a:p>
            <a:r>
              <a:rPr lang="en-US"/>
              <a:t>January 2026</a:t>
            </a:r>
          </a:p>
        </p:txBody>
      </p:sp>
      <p:sp>
        <p:nvSpPr>
          <p:cNvPr id="5" name="Footer Placeholder 4">
            <a:extLst>
              <a:ext uri="{FF2B5EF4-FFF2-40B4-BE49-F238E27FC236}">
                <a16:creationId xmlns:a16="http://schemas.microsoft.com/office/drawing/2014/main" id="{D93C5F86-8F5F-160E-E108-4A97EA9FE1AE}"/>
              </a:ext>
            </a:extLst>
          </p:cNvPr>
          <p:cNvSpPr>
            <a:spLocks noGrp="1"/>
          </p:cNvSpPr>
          <p:nvPr>
            <p:ph type="ftr" sz="quarter" idx="3"/>
          </p:nvPr>
        </p:nvSpPr>
        <p:spPr>
          <a:xfrm>
            <a:off x="1371600" y="6400800"/>
            <a:ext cx="4114800" cy="304800"/>
          </a:xfrm>
          <a:prstGeom prst="rect">
            <a:avLst/>
          </a:prstGeom>
          <a:ln w="3175">
            <a:noFill/>
          </a:ln>
        </p:spPr>
        <p:txBody>
          <a:bodyPr vert="horz" lIns="0" tIns="0" rIns="0" bIns="0" rtlCol="0" anchor="ctr"/>
          <a:lstStyle>
            <a:lvl1pPr>
              <a:defRPr lang="en-US" sz="800" b="0" i="0">
                <a:solidFill>
                  <a:schemeClr val="tx2"/>
                </a:solidFill>
                <a:latin typeface="Arial" panose="020B0604020202020204" pitchFamily="34" charset="0"/>
              </a:defRPr>
            </a:lvl1pPr>
          </a:lstStyle>
          <a:p>
            <a:r>
              <a:rPr lang="en-US"/>
              <a:t>© 2026 NTT DATA, Inc.</a:t>
            </a:r>
          </a:p>
        </p:txBody>
      </p:sp>
      <p:sp>
        <p:nvSpPr>
          <p:cNvPr id="2" name="Title Placeholder 1">
            <a:extLst>
              <a:ext uri="{FF2B5EF4-FFF2-40B4-BE49-F238E27FC236}">
                <a16:creationId xmlns:a16="http://schemas.microsoft.com/office/drawing/2014/main" id="{A64DB4C7-535B-ACE9-FD48-E216483B5812}"/>
              </a:ext>
            </a:extLst>
          </p:cNvPr>
          <p:cNvSpPr>
            <a:spLocks noGrp="1"/>
          </p:cNvSpPr>
          <p:nvPr>
            <p:ph type="title"/>
          </p:nvPr>
        </p:nvSpPr>
        <p:spPr>
          <a:xfrm>
            <a:off x="381000" y="304801"/>
            <a:ext cx="11430000" cy="380999"/>
          </a:xfrm>
          <a:prstGeom prst="rect">
            <a:avLst/>
          </a:prstGeom>
        </p:spPr>
        <p:txBody>
          <a:bodyPr vert="horz" lIns="0" tIns="45720" rIns="0" bIns="45720" rtlCol="0" anchor="t">
            <a:noAutofit/>
          </a:bodyPr>
          <a:lstStyle/>
          <a:p>
            <a:pPr lvl="0">
              <a:lnSpc>
                <a:spcPct val="100000"/>
              </a:lnSpc>
            </a:pPr>
            <a:r>
              <a:rPr lang="en-US"/>
              <a:t>Click to edit Master title style</a:t>
            </a:r>
          </a:p>
        </p:txBody>
      </p:sp>
      <p:sp>
        <p:nvSpPr>
          <p:cNvPr id="6" name="Slide Number Placeholder 5">
            <a:extLst>
              <a:ext uri="{FF2B5EF4-FFF2-40B4-BE49-F238E27FC236}">
                <a16:creationId xmlns:a16="http://schemas.microsoft.com/office/drawing/2014/main" id="{D89A58B4-77D9-E987-C197-DA4CB60F7037}"/>
              </a:ext>
            </a:extLst>
          </p:cNvPr>
          <p:cNvSpPr>
            <a:spLocks noGrp="1"/>
          </p:cNvSpPr>
          <p:nvPr>
            <p:ph type="sldNum" sz="quarter" idx="4"/>
          </p:nvPr>
        </p:nvSpPr>
        <p:spPr>
          <a:xfrm>
            <a:off x="5562600" y="6400800"/>
            <a:ext cx="1066800" cy="304800"/>
          </a:xfrm>
          <a:prstGeom prst="rect">
            <a:avLst/>
          </a:prstGeom>
          <a:ln w="3175">
            <a:noFill/>
          </a:ln>
        </p:spPr>
        <p:txBody>
          <a:bodyPr anchor="ctr"/>
          <a:lstStyle>
            <a:lvl1pPr algn="ctr">
              <a:defRPr lang="en-US" sz="800" smtClean="0">
                <a:solidFill>
                  <a:schemeClr val="tx2"/>
                </a:solidFill>
              </a:defRPr>
            </a:lvl1pPr>
          </a:lstStyle>
          <a:p>
            <a:fld id="{60D39823-8059-4D49-BD26-6D32C31B8621}" type="slidenum">
              <a:rPr lang="en-US" smtClean="0"/>
              <a:pPr/>
              <a:t>‹#›</a:t>
            </a:fld>
            <a:endParaRPr lang="en-US"/>
          </a:p>
        </p:txBody>
      </p:sp>
      <p:sp>
        <p:nvSpPr>
          <p:cNvPr id="7" name="NTT DATA Global Logo">
            <a:extLst>
              <a:ext uri="{FF2B5EF4-FFF2-40B4-BE49-F238E27FC236}">
                <a16:creationId xmlns:a16="http://schemas.microsoft.com/office/drawing/2014/main" id="{04FD1337-5DF6-30A3-4131-6B12D60DB5C4}"/>
              </a:ext>
            </a:extLst>
          </p:cNvPr>
          <p:cNvSpPr/>
          <p:nvPr userDrawn="1"/>
        </p:nvSpPr>
        <p:spPr bwMode="black">
          <a:xfrm>
            <a:off x="10588752" y="6428232"/>
            <a:ext cx="1211639" cy="246888"/>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rgbClr val="0072BC"/>
          </a:solidFill>
          <a:ln w="7639" cap="flat">
            <a:noFill/>
            <a:prstDash val="solid"/>
            <a:miter/>
          </a:ln>
        </p:spPr>
        <p:txBody>
          <a:bodyPr rtlCol="0" anchor="ctr"/>
          <a:lstStyle/>
          <a:p>
            <a:endParaRPr lang="en-US"/>
          </a:p>
        </p:txBody>
      </p:sp>
    </p:spTree>
    <p:extLst>
      <p:ext uri="{BB962C8B-B14F-4D97-AF65-F5344CB8AC3E}">
        <p14:creationId xmlns:p14="http://schemas.microsoft.com/office/powerpoint/2010/main" val="1038874952"/>
      </p:ext>
    </p:extLst>
  </p:cSld>
  <p:clrMap bg1="lt1" tx1="dk1" bg2="lt2" tx2="dk2" accent1="accent1" accent2="accent2" accent3="accent3" accent4="accent4" accent5="accent5" accent6="accent6" hlink="hlink" folHlink="folHlink"/>
  <p:sldLayoutIdLst>
    <p:sldLayoutId id="2147484230" r:id="rId1"/>
    <p:sldLayoutId id="2147484231" r:id="rId2"/>
    <p:sldLayoutId id="2147484232" r:id="rId3"/>
    <p:sldLayoutId id="2147484233" r:id="rId4"/>
  </p:sldLayoutIdLst>
  <p:hf hdr="0"/>
  <p:txStyles>
    <p:titleStyle>
      <a:lvl1pPr algn="l" defTabSz="914400" rtl="0" eaLnBrk="1" latinLnBrk="0" hangingPunct="1">
        <a:lnSpc>
          <a:spcPct val="90000"/>
        </a:lnSpc>
        <a:spcBef>
          <a:spcPct val="0"/>
        </a:spcBef>
        <a:buNone/>
        <a:defRPr lang="en-US" sz="2000" kern="1200" dirty="0">
          <a:solidFill>
            <a:schemeClr val="bg2"/>
          </a:solidFill>
          <a:latin typeface="Arial" panose="020B0604020202020204" pitchFamily="34" charset="0"/>
          <a:ea typeface="+mj-ea"/>
          <a:cs typeface="Arial" panose="020B0604020202020204" pitchFamily="34" charset="0"/>
        </a:defRPr>
      </a:lvl1pPr>
    </p:titleStyle>
    <p:bodyStyle>
      <a:lvl1pPr marL="227013" indent="-227013"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2"/>
          </a:solidFill>
          <a:latin typeface="Arial" panose="020B0604020202020204" pitchFamily="34" charset="0"/>
          <a:ea typeface="+mn-ea"/>
          <a:cs typeface="Arial" panose="020B0604020202020204" pitchFamily="34" charset="0"/>
        </a:defRPr>
      </a:lvl1pPr>
      <a:lvl2pPr marL="798513" indent="-28575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2"/>
          </a:solidFill>
          <a:latin typeface="Arial" panose="020B0604020202020204" pitchFamily="34" charset="0"/>
          <a:ea typeface="+mn-ea"/>
          <a:cs typeface="Arial" panose="020B0604020202020204" pitchFamily="34" charset="0"/>
        </a:defRPr>
      </a:lvl2pPr>
      <a:lvl3pPr marL="120015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2"/>
          </a:solidFill>
          <a:latin typeface="Arial" panose="020B0604020202020204" pitchFamily="34" charset="0"/>
          <a:ea typeface="+mn-ea"/>
          <a:cs typeface="Arial" panose="020B0604020202020204" pitchFamily="34" charset="0"/>
        </a:defRPr>
      </a:lvl3pPr>
      <a:lvl4pPr marL="1712913" indent="-28575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2"/>
          </a:solidFill>
          <a:latin typeface="Arial" panose="020B0604020202020204" pitchFamily="34" charset="0"/>
          <a:ea typeface="+mn-ea"/>
          <a:cs typeface="Arial" panose="020B0604020202020204" pitchFamily="34" charset="0"/>
        </a:defRPr>
      </a:lvl4pPr>
      <a:lvl5pPr marL="211455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5033548"/>
      </p:ext>
    </p:extLst>
  </p:cSld>
  <p:clrMap bg1="lt1" tx1="dk1" bg2="lt2" tx2="dk2" accent1="accent1" accent2="accent2" accent3="accent3" accent4="accent4" accent5="accent5" accent6="accent6" hlink="hlink" folHlink="folHlink"/>
  <p:sldLayoutIdLst>
    <p:sldLayoutId id="2147484235" r:id="rId1"/>
    <p:sldLayoutId id="2147484236" r:id="rId2"/>
    <p:sldLayoutId id="2147484237" r:id="rId3"/>
    <p:sldLayoutId id="2147484238" r:id="rId4"/>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91A9A26-6D60-4F09-D983-059C8C633E97}"/>
              </a:ext>
            </a:extLst>
          </p:cNvPr>
          <p:cNvSpPr>
            <a:spLocks noGrp="1"/>
          </p:cNvSpPr>
          <p:nvPr>
            <p:ph type="body" sz="quarter" idx="16"/>
          </p:nvPr>
        </p:nvSpPr>
        <p:spPr/>
        <p:txBody>
          <a:bodyPr lIns="0" tIns="45720" rIns="0" bIns="45720" anchor="t"/>
          <a:lstStyle/>
          <a:p>
            <a:r>
              <a:rPr lang="it-IT">
                <a:latin typeface="Arial"/>
                <a:cs typeface="Arial"/>
              </a:rPr>
              <a:t>Primo passo verso una migrazione</a:t>
            </a:r>
            <a:r>
              <a:rPr lang="it-IT" noProof="0">
                <a:latin typeface="Arial"/>
                <a:cs typeface="Arial"/>
              </a:rPr>
              <a:t> su librerie standard (Apache Flink) </a:t>
            </a:r>
          </a:p>
        </p:txBody>
      </p:sp>
      <p:sp>
        <p:nvSpPr>
          <p:cNvPr id="11" name="Text Placeholder 10">
            <a:extLst>
              <a:ext uri="{FF2B5EF4-FFF2-40B4-BE49-F238E27FC236}">
                <a16:creationId xmlns:a16="http://schemas.microsoft.com/office/drawing/2014/main" id="{B9DF5963-5A0D-D35D-36D6-99243729F6E2}"/>
              </a:ext>
            </a:extLst>
          </p:cNvPr>
          <p:cNvSpPr>
            <a:spLocks noGrp="1"/>
          </p:cNvSpPr>
          <p:nvPr>
            <p:ph type="body" sz="quarter" idx="17"/>
          </p:nvPr>
        </p:nvSpPr>
        <p:spPr/>
        <p:txBody>
          <a:bodyPr/>
          <a:lstStyle/>
          <a:p>
            <a:endParaRPr lang="it-IT" noProof="0"/>
          </a:p>
        </p:txBody>
      </p:sp>
      <p:pic>
        <p:nvPicPr>
          <p:cNvPr id="16" name="Cover Photo" descr="A group of tall buildings">
            <a:extLst>
              <a:ext uri="{FF2B5EF4-FFF2-40B4-BE49-F238E27FC236}">
                <a16:creationId xmlns:a16="http://schemas.microsoft.com/office/drawing/2014/main" id="{D1784304-20CA-2595-A2CF-CFD02E4EF6F6}"/>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t="24457" b="24457"/>
          <a:stretch/>
        </p:blipFill>
        <p:spPr/>
      </p:pic>
      <p:sp>
        <p:nvSpPr>
          <p:cNvPr id="10" name="SubTitle">
            <a:extLst>
              <a:ext uri="{FF2B5EF4-FFF2-40B4-BE49-F238E27FC236}">
                <a16:creationId xmlns:a16="http://schemas.microsoft.com/office/drawing/2014/main" id="{ABDF3ACB-BC28-B46B-FF4A-2BDF0F808353}"/>
              </a:ext>
            </a:extLst>
          </p:cNvPr>
          <p:cNvSpPr>
            <a:spLocks noGrp="1"/>
          </p:cNvSpPr>
          <p:nvPr>
            <p:ph type="body" sz="quarter" idx="14"/>
          </p:nvPr>
        </p:nvSpPr>
        <p:spPr/>
        <p:txBody>
          <a:bodyPr/>
          <a:lstStyle/>
          <a:p>
            <a:r>
              <a:rPr lang="it-IT" noProof="0"/>
              <a:t>Full Image Background, Full </a:t>
            </a:r>
            <a:br>
              <a:rPr lang="it-IT" noProof="0"/>
            </a:br>
            <a:r>
              <a:rPr lang="it-IT" noProof="0"/>
              <a:t>Innovation Curve</a:t>
            </a:r>
          </a:p>
        </p:txBody>
      </p:sp>
      <p:sp>
        <p:nvSpPr>
          <p:cNvPr id="7" name="Date">
            <a:extLst>
              <a:ext uri="{FF2B5EF4-FFF2-40B4-BE49-F238E27FC236}">
                <a16:creationId xmlns:a16="http://schemas.microsoft.com/office/drawing/2014/main" id="{7C6A72F5-2EAA-30FE-0CD3-202C143C9183}"/>
              </a:ext>
            </a:extLst>
          </p:cNvPr>
          <p:cNvSpPr>
            <a:spLocks noGrp="1"/>
          </p:cNvSpPr>
          <p:nvPr>
            <p:ph type="dt" sz="half" idx="18"/>
          </p:nvPr>
        </p:nvSpPr>
        <p:spPr/>
        <p:txBody>
          <a:bodyPr/>
          <a:lstStyle/>
          <a:p>
            <a:r>
              <a:rPr lang="it-IT" dirty="0"/>
              <a:t>16 luglio</a:t>
            </a:r>
            <a:r>
              <a:rPr lang="it-IT" noProof="0" dirty="0"/>
              <a:t> 2026</a:t>
            </a:r>
          </a:p>
        </p:txBody>
      </p:sp>
      <p:sp>
        <p:nvSpPr>
          <p:cNvPr id="9" name="MainTitle">
            <a:extLst>
              <a:ext uri="{FF2B5EF4-FFF2-40B4-BE49-F238E27FC236}">
                <a16:creationId xmlns:a16="http://schemas.microsoft.com/office/drawing/2014/main" id="{E13429DD-7708-C4B2-04F6-88B9AC61643D}"/>
              </a:ext>
            </a:extLst>
          </p:cNvPr>
          <p:cNvSpPr>
            <a:spLocks noGrp="1"/>
          </p:cNvSpPr>
          <p:nvPr>
            <p:ph type="title"/>
          </p:nvPr>
        </p:nvSpPr>
        <p:spPr/>
        <p:txBody>
          <a:bodyPr/>
          <a:lstStyle/>
          <a:p>
            <a:r>
              <a:rPr lang="it-IT">
                <a:latin typeface="Georgia"/>
                <a:cs typeface="Times New Roman"/>
              </a:rPr>
              <a:t>Mediaset Legacy Data Bridge</a:t>
            </a:r>
            <a:br>
              <a:rPr lang="it-IT">
                <a:latin typeface="Georgia"/>
                <a:cs typeface="Times New Roman"/>
              </a:rPr>
            </a:br>
            <a:r>
              <a:rPr lang="it-IT" sz="2800">
                <a:latin typeface="Georgia"/>
                <a:cs typeface="Times New Roman"/>
              </a:rPr>
              <a:t>MVP</a:t>
            </a:r>
            <a:r>
              <a:rPr lang="it-IT" sz="2800" noProof="0">
                <a:latin typeface="Georgia"/>
                <a:cs typeface="Times New Roman"/>
              </a:rPr>
              <a:t> 1: Pilot Flink</a:t>
            </a:r>
          </a:p>
        </p:txBody>
      </p:sp>
      <p:sp>
        <p:nvSpPr>
          <p:cNvPr id="8" name="Legal">
            <a:extLst>
              <a:ext uri="{FF2B5EF4-FFF2-40B4-BE49-F238E27FC236}">
                <a16:creationId xmlns:a16="http://schemas.microsoft.com/office/drawing/2014/main" id="{31759756-E6FE-4FFA-8F5E-B04C401C5225}"/>
              </a:ext>
            </a:extLst>
          </p:cNvPr>
          <p:cNvSpPr>
            <a:spLocks noGrp="1"/>
          </p:cNvSpPr>
          <p:nvPr>
            <p:ph type="ftr" sz="quarter" idx="19"/>
          </p:nvPr>
        </p:nvSpPr>
        <p:spPr/>
        <p:txBody>
          <a:bodyPr/>
          <a:lstStyle/>
          <a:p>
            <a:r>
              <a:rPr lang="it-IT" noProof="0"/>
              <a:t>© 2026 NTT DATA, Inc.</a:t>
            </a:r>
          </a:p>
        </p:txBody>
      </p:sp>
    </p:spTree>
    <p:extLst>
      <p:ext uri="{BB962C8B-B14F-4D97-AF65-F5344CB8AC3E}">
        <p14:creationId xmlns:p14="http://schemas.microsoft.com/office/powerpoint/2010/main" val="9690551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egnaposto contenuto 14">
            <a:extLst>
              <a:ext uri="{FF2B5EF4-FFF2-40B4-BE49-F238E27FC236}">
                <a16:creationId xmlns:a16="http://schemas.microsoft.com/office/drawing/2014/main" id="{EA2B5273-7E53-1987-A23F-6396A82071A0}"/>
              </a:ext>
            </a:extLst>
          </p:cNvPr>
          <p:cNvSpPr>
            <a:spLocks noGrp="1"/>
          </p:cNvSpPr>
          <p:nvPr>
            <p:ph sz="quarter" idx="15"/>
          </p:nvPr>
        </p:nvSpPr>
        <p:spPr>
          <a:xfrm>
            <a:off x="497114" y="1212932"/>
            <a:ext cx="9786256" cy="4724400"/>
          </a:xfrm>
          <a:ln w="28575">
            <a:noFill/>
          </a:ln>
        </p:spPr>
        <p:txBody>
          <a:bodyPr lIns="91440" tIns="45720" rIns="91440" bIns="45720" anchor="t"/>
          <a:lstStyle/>
          <a:p>
            <a:pPr marL="0" indent="0">
              <a:buNone/>
            </a:pPr>
            <a:r>
              <a:rPr lang="it-IT" b="1">
                <a:latin typeface="Arial"/>
                <a:cs typeface="Arial"/>
              </a:rPr>
              <a:t>Legacy Data Bridge</a:t>
            </a:r>
            <a:endParaRPr lang="it-IT">
              <a:latin typeface="Arial"/>
              <a:cs typeface="Arial"/>
            </a:endParaRPr>
          </a:p>
          <a:p>
            <a:pPr marL="0" indent="0">
              <a:buNone/>
            </a:pPr>
            <a:r>
              <a:rPr lang="it-IT" sz="1600">
                <a:latin typeface="Arial"/>
                <a:cs typeface="Arial"/>
              </a:rPr>
              <a:t>Flusso dedicato alla integrazione dati dei sistemi legacy, sia in modalità </a:t>
            </a:r>
            <a:r>
              <a:rPr lang="it-IT" sz="1600" b="1">
                <a:latin typeface="Arial"/>
                <a:cs typeface="Arial"/>
              </a:rPr>
              <a:t>batch</a:t>
            </a:r>
            <a:r>
              <a:rPr lang="it-IT" sz="1600">
                <a:latin typeface="Arial"/>
                <a:cs typeface="Arial"/>
              </a:rPr>
              <a:t> sia in </a:t>
            </a:r>
            <a:r>
              <a:rPr lang="it-IT" sz="1600" b="1" err="1">
                <a:latin typeface="Arial"/>
                <a:cs typeface="Arial"/>
              </a:rPr>
              <a:t>near-real</a:t>
            </a:r>
            <a:r>
              <a:rPr lang="it-IT" sz="1600" b="1">
                <a:latin typeface="Arial"/>
                <a:cs typeface="Arial"/>
              </a:rPr>
              <a:t> time</a:t>
            </a:r>
            <a:r>
              <a:rPr lang="it-IT" sz="1600">
                <a:latin typeface="Arial"/>
                <a:cs typeface="Arial"/>
              </a:rPr>
              <a:t>.</a:t>
            </a:r>
            <a:br>
              <a:rPr lang="it-IT" sz="1600"/>
            </a:br>
            <a:r>
              <a:rPr lang="it-IT" sz="1600">
                <a:latin typeface="Arial"/>
                <a:cs typeface="Arial"/>
              </a:rPr>
              <a:t>La nuova applicazione </a:t>
            </a:r>
            <a:r>
              <a:rPr lang="it-IT" sz="1600" b="1">
                <a:latin typeface="Arial"/>
                <a:cs typeface="Arial"/>
              </a:rPr>
              <a:t>Legacy</a:t>
            </a:r>
            <a:r>
              <a:rPr lang="it-IT" sz="1600">
                <a:latin typeface="Arial"/>
                <a:cs typeface="Arial"/>
              </a:rPr>
              <a:t> </a:t>
            </a:r>
            <a:r>
              <a:rPr lang="it-IT" sz="1600" b="1">
                <a:latin typeface="Arial"/>
                <a:cs typeface="Arial"/>
              </a:rPr>
              <a:t>Data Bridge</a:t>
            </a:r>
            <a:r>
              <a:rPr lang="it-IT" sz="1600">
                <a:latin typeface="Arial"/>
                <a:cs typeface="Arial"/>
              </a:rPr>
              <a:t> evolve il precedente “Normalizzatore” con un approccio più strutturato e scalabile, utilizzando </a:t>
            </a:r>
            <a:r>
              <a:rPr lang="it-IT" sz="1600" b="1">
                <a:latin typeface="Arial"/>
                <a:cs typeface="Arial"/>
              </a:rPr>
              <a:t>Apache </a:t>
            </a:r>
            <a:r>
              <a:rPr lang="it-IT" sz="1600" b="1" err="1">
                <a:latin typeface="Arial"/>
                <a:cs typeface="Arial"/>
              </a:rPr>
              <a:t>Flink</a:t>
            </a:r>
            <a:r>
              <a:rPr lang="it-IT" sz="1600">
                <a:latin typeface="Arial"/>
                <a:cs typeface="Arial"/>
              </a:rPr>
              <a:t> per elaborazione, trasformazione e normalizzazione dei dati.</a:t>
            </a:r>
          </a:p>
          <a:p>
            <a:pPr marL="0" indent="0">
              <a:buNone/>
            </a:pPr>
            <a:r>
              <a:rPr lang="it-IT" sz="1600"/>
              <a:t>Il sistema di Legacy Data Bridge rappresenta un acceleratore fondamentale del percorso di evoluzione architetturale, perché consente di rendere integrabili quasi tutte le applicazioni esistenti senza richiedere modifiche rilevanti ai sistemi sorgente.</a:t>
            </a:r>
            <a:endParaRPr lang="it-IT"/>
          </a:p>
          <a:p>
            <a:pPr marL="0" indent="0">
              <a:buNone/>
            </a:pPr>
            <a:r>
              <a:rPr lang="it-IT" sz="1600" b="1">
                <a:latin typeface="Arial"/>
                <a:cs typeface="Arial"/>
              </a:rPr>
              <a:t>Valore principale</a:t>
            </a:r>
            <a:endParaRPr lang="it-IT" sz="1600">
              <a:latin typeface="Arial"/>
              <a:cs typeface="Arial"/>
            </a:endParaRPr>
          </a:p>
          <a:p>
            <a:pPr marL="226695" indent="-226695"/>
            <a:r>
              <a:rPr lang="it-IT" sz="1600">
                <a:latin typeface="Arial"/>
                <a:cs typeface="Arial"/>
              </a:rPr>
              <a:t>Acquisizione dati da sistemi legacy </a:t>
            </a:r>
          </a:p>
          <a:p>
            <a:pPr marL="226695" indent="-226695"/>
            <a:r>
              <a:rPr lang="it-IT" sz="1600">
                <a:latin typeface="Arial"/>
                <a:cs typeface="Arial"/>
              </a:rPr>
              <a:t>Trasformazione e arricchimento dei tracciati </a:t>
            </a:r>
          </a:p>
          <a:p>
            <a:pPr marL="226695" indent="-226695"/>
            <a:r>
              <a:rPr lang="it-IT" sz="1600">
                <a:latin typeface="Arial"/>
                <a:cs typeface="Arial"/>
              </a:rPr>
              <a:t>Supporto a carichi batch e streaming </a:t>
            </a:r>
          </a:p>
          <a:p>
            <a:pPr marL="226695" indent="-226695"/>
            <a:r>
              <a:rPr lang="it-IT" sz="1600">
                <a:latin typeface="Arial"/>
                <a:cs typeface="Arial"/>
              </a:rPr>
              <a:t>Possibilità di esporre dati legacy in forma moderna ad eventi senza interventi invasivi sulle sorgenti</a:t>
            </a:r>
          </a:p>
        </p:txBody>
      </p:sp>
      <p:sp>
        <p:nvSpPr>
          <p:cNvPr id="12" name="Titolo 11">
            <a:extLst>
              <a:ext uri="{FF2B5EF4-FFF2-40B4-BE49-F238E27FC236}">
                <a16:creationId xmlns:a16="http://schemas.microsoft.com/office/drawing/2014/main" id="{7ABE54DF-73DD-3CDB-DAD5-8FB4111E0099}"/>
              </a:ext>
            </a:extLst>
          </p:cNvPr>
          <p:cNvSpPr>
            <a:spLocks noGrp="1"/>
          </p:cNvSpPr>
          <p:nvPr>
            <p:ph type="title"/>
          </p:nvPr>
        </p:nvSpPr>
        <p:spPr/>
        <p:txBody>
          <a:bodyPr/>
          <a:lstStyle/>
          <a:p>
            <a:r>
              <a:rPr lang="it-IT">
                <a:solidFill>
                  <a:srgbClr val="0072BC"/>
                </a:solidFill>
                <a:latin typeface="Arial"/>
                <a:cs typeface="Arial"/>
              </a:rPr>
              <a:t>Near-Real-Time / Batch Data Integration di sistemi legacy</a:t>
            </a:r>
          </a:p>
          <a:p>
            <a:endParaRPr lang="it-IT"/>
          </a:p>
        </p:txBody>
      </p:sp>
      <p:sp>
        <p:nvSpPr>
          <p:cNvPr id="7" name="Segnaposto numero diapositiva 6">
            <a:extLst>
              <a:ext uri="{FF2B5EF4-FFF2-40B4-BE49-F238E27FC236}">
                <a16:creationId xmlns:a16="http://schemas.microsoft.com/office/drawing/2014/main" id="{172034DC-F5FC-51F4-553E-2A1350F04C55}"/>
              </a:ext>
            </a:extLst>
          </p:cNvPr>
          <p:cNvSpPr>
            <a:spLocks noGrp="1"/>
          </p:cNvSpPr>
          <p:nvPr>
            <p:ph type="sldNum" sz="quarter" idx="12"/>
          </p:nvPr>
        </p:nvSpPr>
        <p:spPr/>
        <p:txBody>
          <a:bodyPr/>
          <a:lstStyle/>
          <a:p>
            <a:fld id="{60D39823-8059-4D49-BD26-6D32C31B8621}" type="slidenum">
              <a:rPr lang="en-US" smtClean="0"/>
              <a:pPr/>
              <a:t>2</a:t>
            </a:fld>
            <a:endParaRPr lang="en-US"/>
          </a:p>
        </p:txBody>
      </p:sp>
      <p:sp>
        <p:nvSpPr>
          <p:cNvPr id="8" name="Footer Placeholder 7">
            <a:extLst>
              <a:ext uri="{FF2B5EF4-FFF2-40B4-BE49-F238E27FC236}">
                <a16:creationId xmlns:a16="http://schemas.microsoft.com/office/drawing/2014/main" id="{ACE6B314-C5EA-3585-CF43-4644B97AC9D1}"/>
              </a:ext>
            </a:extLst>
          </p:cNvPr>
          <p:cNvSpPr>
            <a:spLocks noGrp="1"/>
          </p:cNvSpPr>
          <p:nvPr>
            <p:ph type="ftr" sz="quarter" idx="11"/>
          </p:nvPr>
        </p:nvSpPr>
        <p:spPr>
          <a:xfrm>
            <a:off x="381000" y="6400799"/>
            <a:ext cx="4114800" cy="304800"/>
          </a:xfrm>
        </p:spPr>
        <p:txBody>
          <a:bodyPr anchor="ctr">
            <a:normAutofit/>
          </a:bodyPr>
          <a:lstStyle/>
          <a:p>
            <a:pPr>
              <a:spcAft>
                <a:spcPts val="600"/>
              </a:spcAft>
            </a:pPr>
            <a:r>
              <a:rPr lang="it-IT" noProof="0"/>
              <a:t>© 2026 NTT DATA, Inc.</a:t>
            </a:r>
          </a:p>
        </p:txBody>
      </p:sp>
    </p:spTree>
    <p:extLst>
      <p:ext uri="{BB962C8B-B14F-4D97-AF65-F5344CB8AC3E}">
        <p14:creationId xmlns:p14="http://schemas.microsoft.com/office/powerpoint/2010/main" val="13789685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a:extLst>
              <a:ext uri="{FF2B5EF4-FFF2-40B4-BE49-F238E27FC236}">
                <a16:creationId xmlns:a16="http://schemas.microsoft.com/office/drawing/2014/main" id="{8299DDE3-49E3-6EB6-9277-39578AABD783}"/>
              </a:ext>
            </a:extLst>
          </p:cNvPr>
          <p:cNvSpPr>
            <a:spLocks noGrp="1"/>
          </p:cNvSpPr>
          <p:nvPr>
            <p:ph sz="half" idx="1"/>
          </p:nvPr>
        </p:nvSpPr>
        <p:spPr/>
        <p:txBody>
          <a:bodyPr/>
          <a:lstStyle/>
          <a:p>
            <a:endParaRPr lang="it-IT"/>
          </a:p>
          <a:p>
            <a:endParaRPr lang="it-IT"/>
          </a:p>
          <a:p>
            <a:endParaRPr lang="it-IT"/>
          </a:p>
          <a:p>
            <a:r>
              <a:rPr lang="it-IT"/>
              <a:t>Apache Flink è un framework open source per l’elaborazione distribuita di dati in tempo reale e in batch. </a:t>
            </a:r>
          </a:p>
          <a:p>
            <a:r>
              <a:rPr lang="it-IT"/>
              <a:t>È progettato per analizzare flussi continui di eventi con bassa latenza, alta affidabilità e grande scalabilità.</a:t>
            </a:r>
          </a:p>
          <a:p>
            <a:pPr marL="0" indent="0">
              <a:buNone/>
            </a:pPr>
            <a:endParaRPr lang="it-IT"/>
          </a:p>
          <a:p>
            <a:pPr marL="0" indent="0">
              <a:buNone/>
            </a:pPr>
            <a:r>
              <a:rPr lang="it-IT" b="1"/>
              <a:t>Casi d’uso:</a:t>
            </a:r>
            <a:br>
              <a:rPr lang="it-IT"/>
            </a:br>
            <a:r>
              <a:rPr lang="it-IT"/>
              <a:t>Streaming analytics, fraud detection, IoT, log processing, monitoraggio applicativo e pipeline dati in tempo reale.</a:t>
            </a:r>
          </a:p>
        </p:txBody>
      </p:sp>
      <p:sp>
        <p:nvSpPr>
          <p:cNvPr id="3" name="Segnaposto contenuto 2">
            <a:extLst>
              <a:ext uri="{FF2B5EF4-FFF2-40B4-BE49-F238E27FC236}">
                <a16:creationId xmlns:a16="http://schemas.microsoft.com/office/drawing/2014/main" id="{DA9062A8-7FC2-0C8A-9A53-372AE4585B32}"/>
              </a:ext>
            </a:extLst>
          </p:cNvPr>
          <p:cNvSpPr>
            <a:spLocks noGrp="1"/>
          </p:cNvSpPr>
          <p:nvPr>
            <p:ph sz="half" idx="2"/>
          </p:nvPr>
        </p:nvSpPr>
        <p:spPr/>
        <p:txBody>
          <a:bodyPr/>
          <a:lstStyle/>
          <a:p>
            <a:pPr marL="0" indent="0">
              <a:buNone/>
            </a:pPr>
            <a:r>
              <a:rPr lang="it-IT" b="1"/>
              <a:t>Vantaggi principali:</a:t>
            </a:r>
          </a:p>
          <a:p>
            <a:r>
              <a:rPr lang="it-IT" sz="1600" b="1"/>
              <a:t>Elaborazione real-time</a:t>
            </a:r>
            <a:r>
              <a:rPr lang="it-IT" sz="1600"/>
              <a:t>: analizza dati mentre arrivano, utile per monitoraggio, alerting e analytics live.</a:t>
            </a:r>
          </a:p>
          <a:p>
            <a:r>
              <a:rPr lang="it-IT" sz="1600" b="1"/>
              <a:t>Bassa latenza</a:t>
            </a:r>
            <a:r>
              <a:rPr lang="it-IT" sz="1600"/>
              <a:t>: tempi di risposta molto rapidi anche su grandi volumi di eventi.</a:t>
            </a:r>
          </a:p>
          <a:p>
            <a:r>
              <a:rPr lang="it-IT" sz="1600" b="1"/>
              <a:t>Scalabilità elevata</a:t>
            </a:r>
            <a:r>
              <a:rPr lang="it-IT" sz="1600"/>
              <a:t>: cresce facilmente su cluster distribuiti.</a:t>
            </a:r>
          </a:p>
          <a:p>
            <a:r>
              <a:rPr lang="it-IT" sz="1600" b="1"/>
              <a:t>Fault tolerance</a:t>
            </a:r>
            <a:r>
              <a:rPr lang="it-IT" sz="1600"/>
              <a:t>: meccanismi di checkpoint e recovery per garantire continuità operativa.</a:t>
            </a:r>
          </a:p>
          <a:p>
            <a:r>
              <a:rPr lang="it-IT" sz="1600" b="1"/>
              <a:t>Supporto batch e stream</a:t>
            </a:r>
            <a:r>
              <a:rPr lang="it-IT" sz="1600"/>
              <a:t>: un unico motore per casi d’uso diversi.</a:t>
            </a:r>
          </a:p>
          <a:p>
            <a:r>
              <a:rPr lang="it-IT" sz="1600" b="1"/>
              <a:t>Event-time processing</a:t>
            </a:r>
            <a:r>
              <a:rPr lang="it-IT" sz="1600"/>
              <a:t>: gestisce correttamente eventi in ritardo o fuori ordine.</a:t>
            </a:r>
          </a:p>
          <a:p>
            <a:r>
              <a:rPr lang="it-IT" sz="1600" b="1"/>
              <a:t>Integrazione ampia</a:t>
            </a:r>
            <a:r>
              <a:rPr lang="it-IT" sz="1600"/>
              <a:t>: si collega facilmente a Kafka, database, data lake e sistemi cloud.</a:t>
            </a:r>
          </a:p>
        </p:txBody>
      </p:sp>
      <p:sp>
        <p:nvSpPr>
          <p:cNvPr id="4" name="Titolo 3">
            <a:extLst>
              <a:ext uri="{FF2B5EF4-FFF2-40B4-BE49-F238E27FC236}">
                <a16:creationId xmlns:a16="http://schemas.microsoft.com/office/drawing/2014/main" id="{855ECECA-7A81-FC27-3E56-206FD4EF6865}"/>
              </a:ext>
            </a:extLst>
          </p:cNvPr>
          <p:cNvSpPr>
            <a:spLocks noGrp="1"/>
          </p:cNvSpPr>
          <p:nvPr>
            <p:ph type="title"/>
          </p:nvPr>
        </p:nvSpPr>
        <p:spPr/>
        <p:txBody>
          <a:bodyPr/>
          <a:lstStyle/>
          <a:p>
            <a:r>
              <a:rPr lang="it-IT"/>
              <a:t>Apache </a:t>
            </a:r>
            <a:r>
              <a:rPr lang="it-IT" err="1"/>
              <a:t>Flink</a:t>
            </a:r>
            <a:r>
              <a:rPr lang="it-IT"/>
              <a:t>: cos’è e perché usarlo</a:t>
            </a:r>
          </a:p>
        </p:txBody>
      </p:sp>
      <p:sp>
        <p:nvSpPr>
          <p:cNvPr id="7" name="Segnaposto numero diapositiva 6">
            <a:extLst>
              <a:ext uri="{FF2B5EF4-FFF2-40B4-BE49-F238E27FC236}">
                <a16:creationId xmlns:a16="http://schemas.microsoft.com/office/drawing/2014/main" id="{F9E49218-FAC6-A34F-401C-9B75B60422EA}"/>
              </a:ext>
            </a:extLst>
          </p:cNvPr>
          <p:cNvSpPr>
            <a:spLocks noGrp="1"/>
          </p:cNvSpPr>
          <p:nvPr>
            <p:ph type="sldNum" sz="quarter" idx="12"/>
          </p:nvPr>
        </p:nvSpPr>
        <p:spPr/>
        <p:txBody>
          <a:bodyPr/>
          <a:lstStyle/>
          <a:p>
            <a:fld id="{60D39823-8059-4D49-BD26-6D32C31B8621}" type="slidenum">
              <a:rPr lang="en-US" smtClean="0"/>
              <a:pPr/>
              <a:t>3</a:t>
            </a:fld>
            <a:endParaRPr lang="en-US"/>
          </a:p>
        </p:txBody>
      </p:sp>
      <p:pic>
        <p:nvPicPr>
          <p:cNvPr id="9" name="Immagine 8">
            <a:extLst>
              <a:ext uri="{FF2B5EF4-FFF2-40B4-BE49-F238E27FC236}">
                <a16:creationId xmlns:a16="http://schemas.microsoft.com/office/drawing/2014/main" id="{3583CD5A-0263-517D-763D-7D61AA6E389A}"/>
              </a:ext>
            </a:extLst>
          </p:cNvPr>
          <p:cNvPicPr>
            <a:picLocks noChangeAspect="1"/>
          </p:cNvPicPr>
          <p:nvPr/>
        </p:nvPicPr>
        <p:blipFill>
          <a:blip r:embed="rId2"/>
          <a:stretch>
            <a:fillRect/>
          </a:stretch>
        </p:blipFill>
        <p:spPr>
          <a:xfrm>
            <a:off x="975359" y="838200"/>
            <a:ext cx="3948853" cy="1974427"/>
          </a:xfrm>
          <a:prstGeom prst="rect">
            <a:avLst/>
          </a:prstGeom>
        </p:spPr>
      </p:pic>
      <p:sp>
        <p:nvSpPr>
          <p:cNvPr id="8" name="Footer Placeholder 7">
            <a:extLst>
              <a:ext uri="{FF2B5EF4-FFF2-40B4-BE49-F238E27FC236}">
                <a16:creationId xmlns:a16="http://schemas.microsoft.com/office/drawing/2014/main" id="{6B747640-CE4E-8C4E-B296-8C97A7DB3F6C}"/>
              </a:ext>
            </a:extLst>
          </p:cNvPr>
          <p:cNvSpPr>
            <a:spLocks noGrp="1"/>
          </p:cNvSpPr>
          <p:nvPr>
            <p:ph type="ftr" sz="quarter" idx="11"/>
          </p:nvPr>
        </p:nvSpPr>
        <p:spPr>
          <a:xfrm>
            <a:off x="381000" y="6400799"/>
            <a:ext cx="4114800" cy="304800"/>
          </a:xfrm>
        </p:spPr>
        <p:txBody>
          <a:bodyPr anchor="ctr">
            <a:normAutofit/>
          </a:bodyPr>
          <a:lstStyle/>
          <a:p>
            <a:pPr>
              <a:spcAft>
                <a:spcPts val="600"/>
              </a:spcAft>
            </a:pPr>
            <a:r>
              <a:rPr lang="it-IT" noProof="0"/>
              <a:t>© 2026 NTT DATA, Inc.</a:t>
            </a:r>
          </a:p>
        </p:txBody>
      </p:sp>
    </p:spTree>
    <p:extLst>
      <p:ext uri="{BB962C8B-B14F-4D97-AF65-F5344CB8AC3E}">
        <p14:creationId xmlns:p14="http://schemas.microsoft.com/office/powerpoint/2010/main" val="1154043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55E3511E-36B6-9AF2-B613-DEDC817D80D1}"/>
              </a:ext>
            </a:extLst>
          </p:cNvPr>
          <p:cNvSpPr>
            <a:spLocks noGrp="1"/>
          </p:cNvSpPr>
          <p:nvPr>
            <p:ph type="title"/>
          </p:nvPr>
        </p:nvSpPr>
        <p:spPr/>
        <p:txBody>
          <a:bodyPr/>
          <a:lstStyle/>
          <a:p>
            <a:r>
              <a:rPr lang="it-IT" noProof="0">
                <a:solidFill>
                  <a:srgbClr val="070F26"/>
                </a:solidFill>
              </a:rPr>
              <a:t>Architettura Legacy Data Bridge</a:t>
            </a:r>
            <a:br>
              <a:rPr lang="it-IT" noProof="0">
                <a:solidFill>
                  <a:srgbClr val="070F26"/>
                </a:solidFill>
              </a:rPr>
            </a:br>
            <a:endParaRPr lang="it-IT" noProof="0"/>
          </a:p>
        </p:txBody>
      </p:sp>
      <p:pic>
        <p:nvPicPr>
          <p:cNvPr id="7" name="Picture 6">
            <a:extLst>
              <a:ext uri="{FF2B5EF4-FFF2-40B4-BE49-F238E27FC236}">
                <a16:creationId xmlns:a16="http://schemas.microsoft.com/office/drawing/2014/main" id="{95B38D2E-2657-3201-AAC9-9B81F3FE581B}"/>
              </a:ext>
            </a:extLst>
          </p:cNvPr>
          <p:cNvPicPr>
            <a:picLocks noChangeAspect="1"/>
          </p:cNvPicPr>
          <p:nvPr/>
        </p:nvPicPr>
        <p:blipFill>
          <a:blip r:embed="rId2"/>
          <a:stretch>
            <a:fillRect/>
          </a:stretch>
        </p:blipFill>
        <p:spPr>
          <a:xfrm>
            <a:off x="1003857" y="962105"/>
            <a:ext cx="10184285" cy="5314789"/>
          </a:xfrm>
          <a:prstGeom prst="rect">
            <a:avLst/>
          </a:prstGeom>
        </p:spPr>
      </p:pic>
      <p:sp>
        <p:nvSpPr>
          <p:cNvPr id="3" name="Footer Placeholder 7">
            <a:extLst>
              <a:ext uri="{FF2B5EF4-FFF2-40B4-BE49-F238E27FC236}">
                <a16:creationId xmlns:a16="http://schemas.microsoft.com/office/drawing/2014/main" id="{93C1A50B-AF51-CCAD-BE58-E0A16814B82C}"/>
              </a:ext>
            </a:extLst>
          </p:cNvPr>
          <p:cNvSpPr>
            <a:spLocks noGrp="1"/>
          </p:cNvSpPr>
          <p:nvPr>
            <p:ph type="ftr" sz="quarter" idx="11"/>
          </p:nvPr>
        </p:nvSpPr>
        <p:spPr>
          <a:xfrm>
            <a:off x="381000" y="6400799"/>
            <a:ext cx="4114800" cy="304800"/>
          </a:xfrm>
        </p:spPr>
        <p:txBody>
          <a:bodyPr anchor="ctr">
            <a:normAutofit/>
          </a:bodyPr>
          <a:lstStyle/>
          <a:p>
            <a:pPr>
              <a:spcAft>
                <a:spcPts val="600"/>
              </a:spcAft>
            </a:pPr>
            <a:r>
              <a:rPr lang="it-IT" noProof="0"/>
              <a:t>© 2026 NTT DATA, Inc.</a:t>
            </a:r>
          </a:p>
        </p:txBody>
      </p:sp>
      <p:sp>
        <p:nvSpPr>
          <p:cNvPr id="2" name="TextBox 1">
            <a:extLst>
              <a:ext uri="{FF2B5EF4-FFF2-40B4-BE49-F238E27FC236}">
                <a16:creationId xmlns:a16="http://schemas.microsoft.com/office/drawing/2014/main" id="{16949518-5187-94A9-57D9-B138560959CA}"/>
              </a:ext>
            </a:extLst>
          </p:cNvPr>
          <p:cNvSpPr txBox="1"/>
          <p:nvPr/>
        </p:nvSpPr>
        <p:spPr>
          <a:xfrm>
            <a:off x="1745673" y="6368533"/>
            <a:ext cx="7920842" cy="261610"/>
          </a:xfrm>
          <a:prstGeom prst="rect">
            <a:avLst/>
          </a:prstGeom>
          <a:noFill/>
        </p:spPr>
        <p:txBody>
          <a:bodyPr wrap="square" rtlCol="0">
            <a:spAutoFit/>
          </a:bodyPr>
          <a:lstStyle/>
          <a:p>
            <a:pPr algn="l"/>
            <a:r>
              <a:rPr lang="en-IT" sz="1050" dirty="0">
                <a:solidFill>
                  <a:schemeClr val="tx2"/>
                </a:solidFill>
              </a:rPr>
              <a:t>* l’identificazione di una tecnologia alternativa a Kafka è in ambito al Pilot</a:t>
            </a:r>
          </a:p>
        </p:txBody>
      </p:sp>
    </p:spTree>
    <p:extLst>
      <p:ext uri="{BB962C8B-B14F-4D97-AF65-F5344CB8AC3E}">
        <p14:creationId xmlns:p14="http://schemas.microsoft.com/office/powerpoint/2010/main" val="222167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79552AA-4890-71FF-47B2-3ECA96FEEE2B}"/>
              </a:ext>
            </a:extLst>
          </p:cNvPr>
          <p:cNvSpPr>
            <a:spLocks noGrp="1"/>
          </p:cNvSpPr>
          <p:nvPr>
            <p:ph sz="half" idx="1"/>
          </p:nvPr>
        </p:nvSpPr>
        <p:spPr>
          <a:xfrm>
            <a:off x="381000" y="1371600"/>
            <a:ext cx="5562600" cy="4876800"/>
          </a:xfrm>
        </p:spPr>
        <p:txBody>
          <a:bodyPr>
            <a:normAutofit/>
          </a:bodyPr>
          <a:lstStyle/>
          <a:p>
            <a:pPr marL="0" indent="0">
              <a:buNone/>
            </a:pPr>
            <a:r>
              <a:rPr lang="it-IT" sz="1700" b="1" noProof="0"/>
              <a:t>Concetto chiave: “migrare misurando”</a:t>
            </a:r>
            <a:endParaRPr lang="it-IT" sz="1700" noProof="0"/>
          </a:p>
          <a:p>
            <a:r>
              <a:rPr lang="it-IT" sz="1700" noProof="0"/>
              <a:t>Per evitare rischi sul sistema attuale, il nuovo flusso non rimpiazza subito il legacy: lo affianchiamo.</a:t>
            </a:r>
          </a:p>
          <a:p>
            <a:r>
              <a:rPr lang="it-IT" sz="1700" b="1" noProof="0"/>
              <a:t>Input isolato:</a:t>
            </a:r>
            <a:r>
              <a:rPr lang="it-IT" sz="1700" noProof="0"/>
              <a:t> usiamo un </a:t>
            </a:r>
            <a:r>
              <a:rPr lang="it-IT" sz="1700" b="1" noProof="0"/>
              <a:t>nuovo connettore </a:t>
            </a:r>
            <a:r>
              <a:rPr lang="it-IT" sz="1700" b="1" noProof="0" err="1"/>
              <a:t>Debezium</a:t>
            </a:r>
            <a:r>
              <a:rPr lang="it-IT" sz="1700" b="1" noProof="0"/>
              <a:t> duplicato</a:t>
            </a:r>
            <a:r>
              <a:rPr lang="it-IT" sz="1700" noProof="0"/>
              <a:t> rispetto a quello esistente, così il nuovo flusso legge dati via CDC in modo indipendente (stessa sorgente, pipeline separata).</a:t>
            </a:r>
          </a:p>
          <a:p>
            <a:r>
              <a:rPr lang="it-IT" sz="1700" b="1" noProof="0"/>
              <a:t>Output isolato:</a:t>
            </a:r>
            <a:r>
              <a:rPr lang="it-IT" sz="1700" noProof="0"/>
              <a:t> scriviamo su </a:t>
            </a:r>
            <a:r>
              <a:rPr lang="it-IT" sz="1700" b="1" noProof="0"/>
              <a:t>uno schema differente</a:t>
            </a:r>
            <a:r>
              <a:rPr lang="it-IT" sz="1700" noProof="0"/>
              <a:t> (schema “target”) per evitare contaminazioni e per poter confrontare facilmente i risultati.</a:t>
            </a:r>
          </a:p>
          <a:p>
            <a:r>
              <a:rPr lang="it-IT" sz="1700" noProof="0"/>
              <a:t>Questo setup consente due confronti fondamentali:</a:t>
            </a:r>
          </a:p>
          <a:p>
            <a:pPr lvl="1"/>
            <a:r>
              <a:rPr lang="it-IT" sz="1700" b="1" noProof="0"/>
              <a:t>Performance:</a:t>
            </a:r>
            <a:r>
              <a:rPr lang="it-IT" sz="1700" noProof="0"/>
              <a:t> latenza, throughput, </a:t>
            </a:r>
            <a:r>
              <a:rPr lang="it-IT" sz="1700" noProof="0" err="1"/>
              <a:t>error</a:t>
            </a:r>
            <a:r>
              <a:rPr lang="it-IT" sz="1700" noProof="0"/>
              <a:t> rate, risorse.</a:t>
            </a:r>
          </a:p>
          <a:p>
            <a:pPr lvl="1"/>
            <a:r>
              <a:rPr lang="it-IT" sz="1700" b="1" noProof="0"/>
              <a:t>Allineamento dati:</a:t>
            </a:r>
            <a:r>
              <a:rPr lang="it-IT" sz="1700" noProof="0"/>
              <a:t> match tra output legacy e output nuovo (stesse chiavi, stessi campi critici).</a:t>
            </a:r>
          </a:p>
          <a:p>
            <a:pPr marL="0" indent="0">
              <a:buNone/>
            </a:pPr>
            <a:endParaRPr lang="it-IT" sz="1700" noProof="0"/>
          </a:p>
        </p:txBody>
      </p:sp>
      <p:pic>
        <p:nvPicPr>
          <p:cNvPr id="9" name="Picture 8">
            <a:extLst>
              <a:ext uri="{FF2B5EF4-FFF2-40B4-BE49-F238E27FC236}">
                <a16:creationId xmlns:a16="http://schemas.microsoft.com/office/drawing/2014/main" id="{2F95FA29-8DA7-B634-99F7-DCBF32592E88}"/>
              </a:ext>
            </a:extLst>
          </p:cNvPr>
          <p:cNvPicPr>
            <a:picLocks noChangeAspect="1"/>
          </p:cNvPicPr>
          <p:nvPr/>
        </p:nvPicPr>
        <p:blipFill>
          <a:blip r:embed="rId2"/>
          <a:stretch>
            <a:fillRect/>
          </a:stretch>
        </p:blipFill>
        <p:spPr>
          <a:xfrm>
            <a:off x="6248400" y="1953482"/>
            <a:ext cx="5562600" cy="3713035"/>
          </a:xfrm>
          <a:prstGeom prst="rect">
            <a:avLst/>
          </a:prstGeom>
          <a:noFill/>
        </p:spPr>
      </p:pic>
      <p:sp>
        <p:nvSpPr>
          <p:cNvPr id="2" name="Title 1">
            <a:extLst>
              <a:ext uri="{FF2B5EF4-FFF2-40B4-BE49-F238E27FC236}">
                <a16:creationId xmlns:a16="http://schemas.microsoft.com/office/drawing/2014/main" id="{080ADCC2-EFBA-5780-1406-42CC79530D99}"/>
              </a:ext>
            </a:extLst>
          </p:cNvPr>
          <p:cNvSpPr>
            <a:spLocks noGrp="1"/>
          </p:cNvSpPr>
          <p:nvPr>
            <p:ph type="title"/>
          </p:nvPr>
        </p:nvSpPr>
        <p:spPr>
          <a:xfrm>
            <a:off x="381000" y="304801"/>
            <a:ext cx="11430000" cy="533399"/>
          </a:xfrm>
        </p:spPr>
        <p:txBody>
          <a:bodyPr anchor="t">
            <a:normAutofit fontScale="90000"/>
          </a:bodyPr>
          <a:lstStyle/>
          <a:p>
            <a:r>
              <a:rPr lang="it-IT" noProof="0">
                <a:latin typeface="Georgia"/>
              </a:rPr>
              <a:t>Strategia </a:t>
            </a:r>
            <a:r>
              <a:rPr lang="it-IT">
                <a:latin typeface="Georgia"/>
              </a:rPr>
              <a:t>MVP Legacy Data Bridge</a:t>
            </a:r>
            <a:r>
              <a:rPr lang="it-IT" noProof="0">
                <a:latin typeface="Georgia"/>
              </a:rPr>
              <a:t>: separazione input/output per confrontare</a:t>
            </a:r>
          </a:p>
        </p:txBody>
      </p:sp>
      <p:sp>
        <p:nvSpPr>
          <p:cNvPr id="5" name="Slide Number Placeholder 4">
            <a:extLst>
              <a:ext uri="{FF2B5EF4-FFF2-40B4-BE49-F238E27FC236}">
                <a16:creationId xmlns:a16="http://schemas.microsoft.com/office/drawing/2014/main" id="{8417297D-9BE3-CB28-9D7D-1DB4D7E21B4D}"/>
              </a:ext>
            </a:extLst>
          </p:cNvPr>
          <p:cNvSpPr>
            <a:spLocks noGrp="1"/>
          </p:cNvSpPr>
          <p:nvPr>
            <p:ph type="sldNum" sz="quarter" idx="12"/>
          </p:nvPr>
        </p:nvSpPr>
        <p:spPr>
          <a:xfrm>
            <a:off x="5562600" y="6400800"/>
            <a:ext cx="1066800" cy="304800"/>
          </a:xfrm>
        </p:spPr>
        <p:txBody>
          <a:bodyPr anchor="ctr">
            <a:normAutofit/>
          </a:bodyPr>
          <a:lstStyle/>
          <a:p>
            <a:pPr>
              <a:spcAft>
                <a:spcPts val="600"/>
              </a:spcAft>
            </a:pPr>
            <a:fld id="{60D39823-8059-4D49-BD26-6D32C31B8621}" type="slidenum">
              <a:rPr lang="it-IT" noProof="0" smtClean="0"/>
              <a:pPr>
                <a:spcAft>
                  <a:spcPts val="600"/>
                </a:spcAft>
              </a:pPr>
              <a:t>5</a:t>
            </a:fld>
            <a:endParaRPr lang="it-IT" noProof="0"/>
          </a:p>
        </p:txBody>
      </p:sp>
      <p:sp>
        <p:nvSpPr>
          <p:cNvPr id="3" name="Footer Placeholder 7">
            <a:extLst>
              <a:ext uri="{FF2B5EF4-FFF2-40B4-BE49-F238E27FC236}">
                <a16:creationId xmlns:a16="http://schemas.microsoft.com/office/drawing/2014/main" id="{B011F436-5987-406E-3653-A4F616722363}"/>
              </a:ext>
            </a:extLst>
          </p:cNvPr>
          <p:cNvSpPr>
            <a:spLocks noGrp="1"/>
          </p:cNvSpPr>
          <p:nvPr>
            <p:ph type="ftr" sz="quarter" idx="11"/>
          </p:nvPr>
        </p:nvSpPr>
        <p:spPr>
          <a:xfrm>
            <a:off x="381000" y="6400799"/>
            <a:ext cx="4114800" cy="304800"/>
          </a:xfrm>
        </p:spPr>
        <p:txBody>
          <a:bodyPr anchor="ctr">
            <a:normAutofit/>
          </a:bodyPr>
          <a:lstStyle/>
          <a:p>
            <a:pPr>
              <a:spcAft>
                <a:spcPts val="600"/>
              </a:spcAft>
            </a:pPr>
            <a:r>
              <a:rPr lang="it-IT" noProof="0"/>
              <a:t>© 2026 NTT DATA, Inc.</a:t>
            </a:r>
          </a:p>
        </p:txBody>
      </p:sp>
    </p:spTree>
    <p:extLst>
      <p:ext uri="{BB962C8B-B14F-4D97-AF65-F5344CB8AC3E}">
        <p14:creationId xmlns:p14="http://schemas.microsoft.com/office/powerpoint/2010/main" val="677130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999F83DB-B42E-BD5B-6471-47ABA4F562E2}"/>
              </a:ext>
            </a:extLst>
          </p:cNvPr>
          <p:cNvSpPr>
            <a:spLocks noGrp="1"/>
          </p:cNvSpPr>
          <p:nvPr>
            <p:ph sz="half" idx="1"/>
          </p:nvPr>
        </p:nvSpPr>
        <p:spPr>
          <a:xfrm>
            <a:off x="380999" y="1371600"/>
            <a:ext cx="5331031" cy="4876800"/>
          </a:xfrm>
        </p:spPr>
        <p:txBody>
          <a:bodyPr>
            <a:normAutofit fontScale="85000" lnSpcReduction="10000"/>
          </a:bodyPr>
          <a:lstStyle/>
          <a:p>
            <a:pPr marL="228600" indent="-228600" algn="l" rtl="0" eaLnBrk="1" latinLnBrk="0" hangingPunct="1">
              <a:lnSpc>
                <a:spcPct val="90000"/>
              </a:lnSpc>
              <a:spcAft>
                <a:spcPts val="1200"/>
              </a:spcAft>
              <a:buNone/>
            </a:pPr>
            <a:endParaRPr lang="it-IT" sz="1900" noProof="0" dirty="0">
              <a:solidFill>
                <a:srgbClr val="2E404D"/>
              </a:solidFill>
              <a:effectLst/>
              <a:latin typeface="Arial" panose="020B0604020202020204" pitchFamily="34" charset="0"/>
            </a:endParaRPr>
          </a:p>
          <a:p>
            <a:pPr marL="228600" indent="-228600" algn="l" rtl="0" eaLnBrk="1" latinLnBrk="0" hangingPunct="1">
              <a:lnSpc>
                <a:spcPct val="90000"/>
              </a:lnSpc>
              <a:spcAft>
                <a:spcPts val="1200"/>
              </a:spcAft>
              <a:buFont typeface="Arial" panose="020B0604020202020204" pitchFamily="34" charset="0"/>
              <a:buChar char="•"/>
            </a:pPr>
            <a:r>
              <a:rPr lang="it-IT" sz="1900" noProof="0" dirty="0">
                <a:solidFill>
                  <a:srgbClr val="2E404D"/>
                </a:solidFill>
                <a:effectLst/>
                <a:latin typeface="Arial" panose="020B0604020202020204" pitchFamily="34" charset="0"/>
              </a:rPr>
              <a:t>Effettuare la migrazione di </a:t>
            </a:r>
            <a:r>
              <a:rPr lang="it-IT" sz="1900" b="1" noProof="0" dirty="0">
                <a:solidFill>
                  <a:srgbClr val="2E404D"/>
                </a:solidFill>
                <a:effectLst/>
                <a:latin typeface="Arial" panose="020B0604020202020204" pitchFamily="34" charset="0"/>
              </a:rPr>
              <a:t>un flusso</a:t>
            </a:r>
            <a:r>
              <a:rPr lang="it-IT" sz="1900" noProof="0" dirty="0">
                <a:solidFill>
                  <a:srgbClr val="2E404D"/>
                </a:solidFill>
                <a:effectLst/>
                <a:latin typeface="Arial" panose="020B0604020202020204" pitchFamily="34" charset="0"/>
              </a:rPr>
              <a:t> del Normalizzatore su </a:t>
            </a:r>
            <a:r>
              <a:rPr lang="it-IT" sz="1900" b="1" dirty="0">
                <a:solidFill>
                  <a:srgbClr val="2E404D"/>
                </a:solidFill>
              </a:rPr>
              <a:t>Legacy Data Bridge</a:t>
            </a:r>
            <a:r>
              <a:rPr lang="it-IT" sz="1900" noProof="0" dirty="0">
                <a:solidFill>
                  <a:srgbClr val="2E404D"/>
                </a:solidFill>
                <a:effectLst/>
                <a:latin typeface="Arial" panose="020B0604020202020204" pitchFamily="34" charset="0"/>
              </a:rPr>
              <a:t>, sviluppando contestualmente un primo “template standard” riutilizzabile.</a:t>
            </a:r>
          </a:p>
          <a:p>
            <a:pPr marL="228600" indent="-228600" algn="l" rtl="0" eaLnBrk="1" latinLnBrk="0" hangingPunct="1">
              <a:lnSpc>
                <a:spcPct val="90000"/>
              </a:lnSpc>
              <a:spcAft>
                <a:spcPts val="1200"/>
              </a:spcAft>
              <a:buFont typeface="Arial" panose="020B0604020202020204" pitchFamily="34" charset="0"/>
              <a:buChar char="•"/>
            </a:pPr>
            <a:r>
              <a:rPr lang="it-IT" sz="1900" noProof="0" dirty="0">
                <a:solidFill>
                  <a:srgbClr val="2E404D"/>
                </a:solidFill>
                <a:effectLst/>
                <a:latin typeface="Arial" panose="020B0604020202020204" pitchFamily="34" charset="0"/>
              </a:rPr>
              <a:t>Configurare il nuovo flusso con:</a:t>
            </a:r>
          </a:p>
          <a:p>
            <a:pPr marL="795528" indent="-283464" algn="l" rtl="0" eaLnBrk="1" latinLnBrk="0" hangingPunct="1">
              <a:lnSpc>
                <a:spcPct val="90000"/>
              </a:lnSpc>
              <a:spcAft>
                <a:spcPts val="1200"/>
              </a:spcAft>
              <a:buFont typeface="Arial" panose="020B0604020202020204" pitchFamily="34" charset="0"/>
              <a:buChar char="•"/>
            </a:pPr>
            <a:r>
              <a:rPr lang="it-IT" sz="1900" b="1" noProof="0" dirty="0">
                <a:solidFill>
                  <a:srgbClr val="2E404D"/>
                </a:solidFill>
                <a:effectLst/>
                <a:latin typeface="Arial" panose="020B0604020202020204" pitchFamily="34" charset="0"/>
              </a:rPr>
              <a:t>Input:</a:t>
            </a:r>
            <a:r>
              <a:rPr lang="it-IT" sz="1900" noProof="0" dirty="0">
                <a:solidFill>
                  <a:srgbClr val="2E404D"/>
                </a:solidFill>
                <a:effectLst/>
                <a:latin typeface="Arial" panose="020B0604020202020204" pitchFamily="34" charset="0"/>
              </a:rPr>
              <a:t> nuovo connettore </a:t>
            </a:r>
            <a:r>
              <a:rPr lang="it-IT" sz="1900" b="1" noProof="0" dirty="0" err="1">
                <a:solidFill>
                  <a:srgbClr val="2E404D"/>
                </a:solidFill>
                <a:effectLst/>
                <a:latin typeface="Arial" panose="020B0604020202020204" pitchFamily="34" charset="0"/>
              </a:rPr>
              <a:t>Debezium</a:t>
            </a:r>
            <a:r>
              <a:rPr lang="it-IT" sz="1900" b="1" noProof="0" dirty="0">
                <a:solidFill>
                  <a:srgbClr val="2E404D"/>
                </a:solidFill>
                <a:effectLst/>
                <a:latin typeface="Arial" panose="020B0604020202020204" pitchFamily="34" charset="0"/>
              </a:rPr>
              <a:t> duplicato</a:t>
            </a:r>
            <a:endParaRPr lang="it-IT" sz="1900" noProof="0" dirty="0">
              <a:solidFill>
                <a:srgbClr val="2E404D"/>
              </a:solidFill>
              <a:effectLst/>
              <a:latin typeface="Arial" panose="020B0604020202020204" pitchFamily="34" charset="0"/>
            </a:endParaRPr>
          </a:p>
          <a:p>
            <a:pPr marL="795528" indent="-283464" algn="l" rtl="0" eaLnBrk="1" latinLnBrk="0" hangingPunct="1">
              <a:lnSpc>
                <a:spcPct val="90000"/>
              </a:lnSpc>
              <a:spcAft>
                <a:spcPts val="1200"/>
              </a:spcAft>
              <a:buFont typeface="Arial" panose="020B0604020202020204" pitchFamily="34" charset="0"/>
              <a:buChar char="•"/>
            </a:pPr>
            <a:r>
              <a:rPr lang="it-IT" sz="1900" b="1" noProof="0" dirty="0">
                <a:solidFill>
                  <a:srgbClr val="2E404D"/>
                </a:solidFill>
                <a:effectLst/>
                <a:latin typeface="Arial" panose="020B0604020202020204" pitchFamily="34" charset="0"/>
              </a:rPr>
              <a:t>Output:</a:t>
            </a:r>
            <a:r>
              <a:rPr lang="it-IT" sz="1900" noProof="0" dirty="0">
                <a:solidFill>
                  <a:srgbClr val="2E404D"/>
                </a:solidFill>
                <a:effectLst/>
                <a:latin typeface="Arial" panose="020B0604020202020204" pitchFamily="34" charset="0"/>
              </a:rPr>
              <a:t> </a:t>
            </a:r>
            <a:r>
              <a:rPr lang="it-IT" sz="1900" b="1" noProof="0" dirty="0">
                <a:solidFill>
                  <a:srgbClr val="2E404D"/>
                </a:solidFill>
                <a:effectLst/>
                <a:latin typeface="Arial" panose="020B0604020202020204" pitchFamily="34" charset="0"/>
              </a:rPr>
              <a:t>schema target</a:t>
            </a:r>
            <a:r>
              <a:rPr lang="it-IT" sz="1900" noProof="0" dirty="0">
                <a:solidFill>
                  <a:srgbClr val="2E404D"/>
                </a:solidFill>
                <a:effectLst/>
                <a:latin typeface="Arial" panose="020B0604020202020204" pitchFamily="34" charset="0"/>
              </a:rPr>
              <a:t> separato</a:t>
            </a:r>
          </a:p>
          <a:p>
            <a:pPr marL="228600" indent="-228600" algn="l" rtl="0" eaLnBrk="1" latinLnBrk="0" hangingPunct="1">
              <a:lnSpc>
                <a:spcPct val="90000"/>
              </a:lnSpc>
              <a:spcAft>
                <a:spcPts val="1200"/>
              </a:spcAft>
              <a:buFont typeface="Arial" panose="020B0604020202020204" pitchFamily="34" charset="0"/>
              <a:buChar char="•"/>
            </a:pPr>
            <a:r>
              <a:rPr lang="it-IT" sz="1900" b="1" noProof="0" dirty="0">
                <a:solidFill>
                  <a:srgbClr val="2E404D"/>
                </a:solidFill>
                <a:effectLst/>
                <a:latin typeface="Arial" panose="020B0604020202020204" pitchFamily="34" charset="0"/>
              </a:rPr>
              <a:t>Finalità</a:t>
            </a:r>
            <a:r>
              <a:rPr lang="it-IT" sz="1900" noProof="0" dirty="0">
                <a:solidFill>
                  <a:srgbClr val="2E404D"/>
                </a:solidFill>
                <a:effectLst/>
                <a:latin typeface="Arial" panose="020B0604020202020204" pitchFamily="34" charset="0"/>
              </a:rPr>
              <a:t>: verificare la fattibilità tecnica e operativa dell’approccio.</a:t>
            </a:r>
            <a:endParaRPr lang="it-IT" sz="1900" noProof="0" dirty="0">
              <a:solidFill>
                <a:srgbClr val="2E404D"/>
              </a:solidFill>
            </a:endParaRPr>
          </a:p>
          <a:p>
            <a:pPr marL="228600" indent="-228600" algn="l" rtl="0" eaLnBrk="1" latinLnBrk="0" hangingPunct="1">
              <a:lnSpc>
                <a:spcPct val="90000"/>
              </a:lnSpc>
              <a:spcAft>
                <a:spcPts val="1200"/>
              </a:spcAft>
              <a:buFont typeface="Arial" panose="020B0604020202020204" pitchFamily="34" charset="0"/>
              <a:buChar char="•"/>
            </a:pPr>
            <a:r>
              <a:rPr lang="it-IT" sz="1900" b="1" dirty="0">
                <a:solidFill>
                  <a:srgbClr val="2E404D"/>
                </a:solidFill>
              </a:rPr>
              <a:t>Criteri di successo:</a:t>
            </a:r>
            <a:r>
              <a:rPr lang="it-IT" sz="1900" dirty="0">
                <a:solidFill>
                  <a:srgbClr val="2E404D"/>
                </a:solidFill>
              </a:rPr>
              <a:t> la definizione dei</a:t>
            </a:r>
            <a:r>
              <a:rPr lang="it-IT" sz="1900" dirty="0">
                <a:solidFill>
                  <a:srgbClr val="2E404D"/>
                </a:solidFill>
                <a:effectLst/>
                <a:latin typeface="Arial" panose="020B0604020202020204" pitchFamily="34" charset="0"/>
              </a:rPr>
              <a:t> criteri di successo è un’attività in ambito a tale iniziativa. Essi saranno stabiliti congiuntamente nella prima settimana di attività.</a:t>
            </a:r>
          </a:p>
          <a:p>
            <a:pPr marL="228600" indent="-228600"/>
            <a:r>
              <a:rPr lang="it-IT" sz="1900" b="1" noProof="0" dirty="0">
                <a:solidFill>
                  <a:srgbClr val="2E404D"/>
                </a:solidFill>
              </a:rPr>
              <a:t>Fase successiva (Scale):</a:t>
            </a:r>
            <a:r>
              <a:rPr lang="it-IT" sz="1900" noProof="0" dirty="0">
                <a:solidFill>
                  <a:srgbClr val="2E404D"/>
                </a:solidFill>
              </a:rPr>
              <a:t> laddove il </a:t>
            </a:r>
            <a:r>
              <a:rPr lang="it-IT" sz="1900" dirty="0">
                <a:solidFill>
                  <a:srgbClr val="2E404D"/>
                </a:solidFill>
              </a:rPr>
              <a:t>Pilot confermasse la fattibilità ed il valore della soluzione tecnica, l’approccio individuato sarà esteso a tutti i flussi del Normalizzatore. Tale attività (Scale) sarà oggetto di un’offerta ad hoc perché non inclusa nell’ambito del Pilot.</a:t>
            </a:r>
            <a:endParaRPr lang="it-IT" sz="1900" noProof="0" dirty="0">
              <a:solidFill>
                <a:srgbClr val="2E404D"/>
              </a:solidFill>
              <a:effectLst/>
              <a:latin typeface="Arial" panose="020B0604020202020204" pitchFamily="34" charset="0"/>
            </a:endParaRPr>
          </a:p>
        </p:txBody>
      </p:sp>
      <p:pic>
        <p:nvPicPr>
          <p:cNvPr id="6" name="Content Placeholder 5">
            <a:extLst>
              <a:ext uri="{FF2B5EF4-FFF2-40B4-BE49-F238E27FC236}">
                <a16:creationId xmlns:a16="http://schemas.microsoft.com/office/drawing/2014/main" id="{38DCB16E-91BD-10E8-9D4A-9686DF655D1C}"/>
              </a:ext>
            </a:extLst>
          </p:cNvPr>
          <p:cNvPicPr>
            <a:picLocks noGrp="1" noChangeAspect="1"/>
          </p:cNvPicPr>
          <p:nvPr>
            <p:ph sz="half" idx="13"/>
          </p:nvPr>
        </p:nvPicPr>
        <p:blipFill>
          <a:blip r:embed="rId2"/>
          <a:stretch>
            <a:fillRect/>
          </a:stretch>
        </p:blipFill>
        <p:spPr>
          <a:xfrm>
            <a:off x="6137526" y="2085083"/>
            <a:ext cx="4031751" cy="2687834"/>
          </a:xfrm>
          <a:prstGeom prst="rect">
            <a:avLst/>
          </a:prstGeom>
        </p:spPr>
      </p:pic>
      <p:sp>
        <p:nvSpPr>
          <p:cNvPr id="7" name="Title 6">
            <a:extLst>
              <a:ext uri="{FF2B5EF4-FFF2-40B4-BE49-F238E27FC236}">
                <a16:creationId xmlns:a16="http://schemas.microsoft.com/office/drawing/2014/main" id="{7F09B8F3-D5EB-00A9-D752-D4C4F3670688}"/>
              </a:ext>
            </a:extLst>
          </p:cNvPr>
          <p:cNvSpPr>
            <a:spLocks noGrp="1"/>
          </p:cNvSpPr>
          <p:nvPr>
            <p:ph type="title"/>
          </p:nvPr>
        </p:nvSpPr>
        <p:spPr>
          <a:xfrm>
            <a:off x="381000" y="304801"/>
            <a:ext cx="11430000" cy="533399"/>
          </a:xfrm>
        </p:spPr>
        <p:txBody>
          <a:bodyPr anchor="t">
            <a:normAutofit/>
          </a:bodyPr>
          <a:lstStyle/>
          <a:p>
            <a:r>
              <a:rPr lang="it-IT" noProof="0"/>
              <a:t>MVP 1: obiettivo e perimetro (pilot controllato)</a:t>
            </a:r>
          </a:p>
        </p:txBody>
      </p:sp>
      <p:sp>
        <p:nvSpPr>
          <p:cNvPr id="5" name="Slide Number Placeholder 4">
            <a:extLst>
              <a:ext uri="{FF2B5EF4-FFF2-40B4-BE49-F238E27FC236}">
                <a16:creationId xmlns:a16="http://schemas.microsoft.com/office/drawing/2014/main" id="{6299859F-B2FD-DF14-376A-DDB2435F51ED}"/>
              </a:ext>
            </a:extLst>
          </p:cNvPr>
          <p:cNvSpPr>
            <a:spLocks noGrp="1"/>
          </p:cNvSpPr>
          <p:nvPr>
            <p:ph type="sldNum" sz="quarter" idx="12"/>
          </p:nvPr>
        </p:nvSpPr>
        <p:spPr>
          <a:xfrm>
            <a:off x="5562600" y="6400800"/>
            <a:ext cx="1066800" cy="304800"/>
          </a:xfrm>
        </p:spPr>
        <p:txBody>
          <a:bodyPr anchor="ctr">
            <a:normAutofit/>
          </a:bodyPr>
          <a:lstStyle/>
          <a:p>
            <a:pPr>
              <a:spcAft>
                <a:spcPts val="600"/>
              </a:spcAft>
            </a:pPr>
            <a:fld id="{60D39823-8059-4D49-BD26-6D32C31B8621}" type="slidenum">
              <a:rPr lang="it-IT" noProof="0" smtClean="0"/>
              <a:pPr>
                <a:spcAft>
                  <a:spcPts val="600"/>
                </a:spcAft>
              </a:pPr>
              <a:t>6</a:t>
            </a:fld>
            <a:endParaRPr lang="it-IT" noProof="0"/>
          </a:p>
        </p:txBody>
      </p:sp>
      <p:sp>
        <p:nvSpPr>
          <p:cNvPr id="11" name="Footer Placeholder 7">
            <a:extLst>
              <a:ext uri="{FF2B5EF4-FFF2-40B4-BE49-F238E27FC236}">
                <a16:creationId xmlns:a16="http://schemas.microsoft.com/office/drawing/2014/main" id="{835633D3-FB56-DAAE-8EB9-FDA64272E217}"/>
              </a:ext>
            </a:extLst>
          </p:cNvPr>
          <p:cNvSpPr>
            <a:spLocks noGrp="1"/>
          </p:cNvSpPr>
          <p:nvPr>
            <p:ph type="ftr" sz="quarter" idx="11"/>
          </p:nvPr>
        </p:nvSpPr>
        <p:spPr>
          <a:xfrm>
            <a:off x="381000" y="6400799"/>
            <a:ext cx="4114800" cy="304800"/>
          </a:xfrm>
        </p:spPr>
        <p:txBody>
          <a:bodyPr anchor="ctr">
            <a:normAutofit/>
          </a:bodyPr>
          <a:lstStyle/>
          <a:p>
            <a:pPr>
              <a:spcAft>
                <a:spcPts val="600"/>
              </a:spcAft>
            </a:pPr>
            <a:r>
              <a:rPr lang="it-IT" noProof="0"/>
              <a:t>© 2026 NTT DATA, Inc.</a:t>
            </a:r>
          </a:p>
        </p:txBody>
      </p:sp>
    </p:spTree>
    <p:extLst>
      <p:ext uri="{BB962C8B-B14F-4D97-AF65-F5344CB8AC3E}">
        <p14:creationId xmlns:p14="http://schemas.microsoft.com/office/powerpoint/2010/main" val="35459931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D4B2399-18BE-3236-4CA6-C1D65D0107A4}"/>
              </a:ext>
            </a:extLst>
          </p:cNvPr>
          <p:cNvSpPr>
            <a:spLocks noGrp="1"/>
          </p:cNvSpPr>
          <p:nvPr>
            <p:ph sz="half" idx="1"/>
          </p:nvPr>
        </p:nvSpPr>
        <p:spPr>
          <a:xfrm>
            <a:off x="381000" y="1181099"/>
            <a:ext cx="3657600" cy="4876800"/>
          </a:xfrm>
        </p:spPr>
        <p:txBody>
          <a:bodyPr/>
          <a:lstStyle/>
          <a:p>
            <a:pPr marL="0" indent="0">
              <a:buNone/>
            </a:pPr>
            <a:r>
              <a:rPr lang="it-IT" b="1" noProof="0" dirty="0"/>
              <a:t>Deliverable Flink (Normalizzatore)</a:t>
            </a:r>
            <a:endParaRPr lang="it-IT" noProof="0" dirty="0"/>
          </a:p>
          <a:p>
            <a:r>
              <a:rPr lang="it-IT" noProof="0" dirty="0"/>
              <a:t>Implementazione del flusso “pilot” con:</a:t>
            </a:r>
          </a:p>
          <a:p>
            <a:pPr lvl="1"/>
            <a:r>
              <a:rPr lang="it-IT" noProof="0" dirty="0"/>
              <a:t>gestione errori standard</a:t>
            </a:r>
          </a:p>
          <a:p>
            <a:pPr lvl="1"/>
            <a:r>
              <a:rPr lang="it-IT" noProof="0" dirty="0"/>
              <a:t>idempotenza/</a:t>
            </a:r>
            <a:r>
              <a:rPr lang="it-IT" noProof="0" dirty="0" err="1"/>
              <a:t>dedup</a:t>
            </a:r>
            <a:endParaRPr lang="it-IT" noProof="0" dirty="0"/>
          </a:p>
          <a:p>
            <a:pPr lvl="1"/>
            <a:r>
              <a:rPr lang="it-IT" noProof="0" dirty="0"/>
              <a:t>configurazioni replicabili</a:t>
            </a:r>
          </a:p>
          <a:p>
            <a:r>
              <a:rPr lang="it-IT" noProof="0" dirty="0"/>
              <a:t>Struttura di progetto e librerie condivisibili (es. moduli comuni di mapping/</a:t>
            </a:r>
            <a:r>
              <a:rPr lang="it-IT" noProof="0" dirty="0" err="1"/>
              <a:t>serialization</a:t>
            </a:r>
            <a:r>
              <a:rPr lang="it-IT" noProof="0" dirty="0"/>
              <a:t>).</a:t>
            </a:r>
          </a:p>
          <a:p>
            <a:endParaRPr lang="it-IT" noProof="0" dirty="0"/>
          </a:p>
        </p:txBody>
      </p:sp>
      <p:sp>
        <p:nvSpPr>
          <p:cNvPr id="3" name="Content Placeholder 2">
            <a:extLst>
              <a:ext uri="{FF2B5EF4-FFF2-40B4-BE49-F238E27FC236}">
                <a16:creationId xmlns:a16="http://schemas.microsoft.com/office/drawing/2014/main" id="{BA72FEDE-F735-2604-531E-42B26D3ADDA1}"/>
              </a:ext>
            </a:extLst>
          </p:cNvPr>
          <p:cNvSpPr>
            <a:spLocks noGrp="1"/>
          </p:cNvSpPr>
          <p:nvPr>
            <p:ph sz="half" idx="2"/>
          </p:nvPr>
        </p:nvSpPr>
        <p:spPr>
          <a:xfrm>
            <a:off x="4137447" y="1181099"/>
            <a:ext cx="3928419" cy="4876800"/>
          </a:xfrm>
        </p:spPr>
        <p:txBody>
          <a:bodyPr/>
          <a:lstStyle/>
          <a:p>
            <a:pPr marL="0" indent="0">
              <a:buNone/>
            </a:pPr>
            <a:r>
              <a:rPr lang="it-IT" b="1" noProof="0" dirty="0"/>
              <a:t>Deliverable </a:t>
            </a:r>
            <a:r>
              <a:rPr lang="it-IT" b="1" noProof="0" dirty="0" err="1"/>
              <a:t>Debezium</a:t>
            </a:r>
            <a:r>
              <a:rPr lang="it-IT" b="1" noProof="0" dirty="0"/>
              <a:t> &amp; dati</a:t>
            </a:r>
            <a:endParaRPr lang="it-IT" noProof="0" dirty="0"/>
          </a:p>
          <a:p>
            <a:r>
              <a:rPr lang="it-IT" noProof="0" dirty="0"/>
              <a:t>Nuovo </a:t>
            </a:r>
            <a:r>
              <a:rPr lang="it-IT" noProof="0" dirty="0" err="1"/>
              <a:t>Debezium</a:t>
            </a:r>
            <a:r>
              <a:rPr lang="it-IT" noProof="0" dirty="0"/>
              <a:t> </a:t>
            </a:r>
            <a:r>
              <a:rPr lang="it-IT" noProof="0" dirty="0" err="1"/>
              <a:t>connector</a:t>
            </a:r>
            <a:r>
              <a:rPr lang="it-IT" noProof="0" dirty="0"/>
              <a:t> configurato in modo indipendente dal legacy</a:t>
            </a:r>
          </a:p>
          <a:p>
            <a:r>
              <a:rPr lang="it-IT" noProof="0" dirty="0"/>
              <a:t>Creazione </a:t>
            </a:r>
            <a:r>
              <a:rPr lang="it-IT" b="1" noProof="0" dirty="0"/>
              <a:t>schema target</a:t>
            </a:r>
            <a:r>
              <a:rPr lang="it-IT" noProof="0" dirty="0"/>
              <a:t> e tabelle/strutture di output per il flusso nuovo.</a:t>
            </a:r>
          </a:p>
          <a:p>
            <a:pPr marL="0" indent="0">
              <a:buNone/>
            </a:pPr>
            <a:endParaRPr lang="it-IT" noProof="0" dirty="0"/>
          </a:p>
        </p:txBody>
      </p:sp>
      <p:sp>
        <p:nvSpPr>
          <p:cNvPr id="4" name="Title 3">
            <a:extLst>
              <a:ext uri="{FF2B5EF4-FFF2-40B4-BE49-F238E27FC236}">
                <a16:creationId xmlns:a16="http://schemas.microsoft.com/office/drawing/2014/main" id="{3CFE8CB2-49C8-5F82-4C50-DABA09B397BA}"/>
              </a:ext>
            </a:extLst>
          </p:cNvPr>
          <p:cNvSpPr>
            <a:spLocks noGrp="1"/>
          </p:cNvSpPr>
          <p:nvPr>
            <p:ph type="title"/>
          </p:nvPr>
        </p:nvSpPr>
        <p:spPr/>
        <p:txBody>
          <a:bodyPr/>
          <a:lstStyle/>
          <a:p>
            <a:r>
              <a:rPr lang="it-IT" noProof="0"/>
              <a:t>MVP 1: deliverable </a:t>
            </a:r>
          </a:p>
        </p:txBody>
      </p:sp>
      <p:sp>
        <p:nvSpPr>
          <p:cNvPr id="7" name="Slide Number Placeholder 6">
            <a:extLst>
              <a:ext uri="{FF2B5EF4-FFF2-40B4-BE49-F238E27FC236}">
                <a16:creationId xmlns:a16="http://schemas.microsoft.com/office/drawing/2014/main" id="{E876DB64-1D31-8179-487E-BD6627840C71}"/>
              </a:ext>
            </a:extLst>
          </p:cNvPr>
          <p:cNvSpPr>
            <a:spLocks noGrp="1"/>
          </p:cNvSpPr>
          <p:nvPr>
            <p:ph type="sldNum" sz="quarter" idx="12"/>
          </p:nvPr>
        </p:nvSpPr>
        <p:spPr/>
        <p:txBody>
          <a:bodyPr/>
          <a:lstStyle/>
          <a:p>
            <a:fld id="{60D39823-8059-4D49-BD26-6D32C31B8621}" type="slidenum">
              <a:rPr lang="it-IT" noProof="0" smtClean="0"/>
              <a:pPr/>
              <a:t>7</a:t>
            </a:fld>
            <a:endParaRPr lang="it-IT" noProof="0"/>
          </a:p>
        </p:txBody>
      </p:sp>
      <p:sp>
        <p:nvSpPr>
          <p:cNvPr id="10" name="Footer Placeholder 7">
            <a:extLst>
              <a:ext uri="{FF2B5EF4-FFF2-40B4-BE49-F238E27FC236}">
                <a16:creationId xmlns:a16="http://schemas.microsoft.com/office/drawing/2014/main" id="{71024ACA-3022-B7EE-DF0D-FF5D06703F3D}"/>
              </a:ext>
            </a:extLst>
          </p:cNvPr>
          <p:cNvSpPr>
            <a:spLocks noGrp="1"/>
          </p:cNvSpPr>
          <p:nvPr>
            <p:ph type="ftr" sz="quarter" idx="11"/>
          </p:nvPr>
        </p:nvSpPr>
        <p:spPr>
          <a:xfrm>
            <a:off x="381000" y="6400799"/>
            <a:ext cx="4114800" cy="304800"/>
          </a:xfrm>
        </p:spPr>
        <p:txBody>
          <a:bodyPr anchor="ctr">
            <a:normAutofit/>
          </a:bodyPr>
          <a:lstStyle/>
          <a:p>
            <a:pPr>
              <a:spcAft>
                <a:spcPts val="600"/>
              </a:spcAft>
            </a:pPr>
            <a:r>
              <a:rPr lang="it-IT" noProof="0"/>
              <a:t>© 2026 NTT DATA, Inc.</a:t>
            </a:r>
          </a:p>
        </p:txBody>
      </p:sp>
      <p:sp>
        <p:nvSpPr>
          <p:cNvPr id="6" name="TextBox 5">
            <a:extLst>
              <a:ext uri="{FF2B5EF4-FFF2-40B4-BE49-F238E27FC236}">
                <a16:creationId xmlns:a16="http://schemas.microsoft.com/office/drawing/2014/main" id="{EDC20DD4-979E-4A4B-D014-B5E17D1D98D6}"/>
              </a:ext>
            </a:extLst>
          </p:cNvPr>
          <p:cNvSpPr txBox="1"/>
          <p:nvPr/>
        </p:nvSpPr>
        <p:spPr>
          <a:xfrm>
            <a:off x="8175023" y="1181099"/>
            <a:ext cx="3635977" cy="2339102"/>
          </a:xfrm>
          <a:prstGeom prst="rect">
            <a:avLst/>
          </a:prstGeom>
          <a:noFill/>
        </p:spPr>
        <p:txBody>
          <a:bodyPr wrap="square">
            <a:spAutoFit/>
          </a:bodyPr>
          <a:lstStyle/>
          <a:p>
            <a:pPr marL="0" marR="0" lvl="0" indent="0" algn="l" defTabSz="914400" rtl="0" eaLnBrk="1" fontAlgn="auto" latinLnBrk="0" hangingPunct="1">
              <a:lnSpc>
                <a:spcPct val="90000"/>
              </a:lnSpc>
              <a:spcBef>
                <a:spcPts val="0"/>
              </a:spcBef>
              <a:spcAft>
                <a:spcPts val="1200"/>
              </a:spcAft>
              <a:buClrTx/>
              <a:buSzTx/>
              <a:buFont typeface="Arial" panose="020B0604020202020204" pitchFamily="34" charset="0"/>
              <a:buNone/>
              <a:tabLst/>
              <a:defRPr/>
            </a:pPr>
            <a:r>
              <a:rPr kumimoji="0" lang="it-IT" sz="2000" b="1" i="0" u="none" strike="noStrike" kern="1200" cap="none" spc="0" normalizeH="0" baseline="0" noProof="0" dirty="0">
                <a:ln>
                  <a:noFill/>
                </a:ln>
                <a:solidFill>
                  <a:srgbClr val="2E404D"/>
                </a:solidFill>
                <a:effectLst/>
                <a:uLnTx/>
                <a:uFillTx/>
                <a:latin typeface="Arial" panose="020B0604020202020204" pitchFamily="34" charset="0"/>
                <a:ea typeface="+mn-ea"/>
                <a:cs typeface="Arial" panose="020B0604020202020204" pitchFamily="34" charset="0"/>
              </a:rPr>
              <a:t>Deliverable misurazione</a:t>
            </a:r>
            <a:endParaRPr kumimoji="0" lang="it-IT" sz="2000" b="0" i="0" u="none" strike="noStrike" kern="1200" cap="none" spc="0" normalizeH="0" baseline="0" noProof="0" dirty="0">
              <a:ln>
                <a:noFill/>
              </a:ln>
              <a:solidFill>
                <a:srgbClr val="2E404D"/>
              </a:solidFill>
              <a:effectLst/>
              <a:uLnTx/>
              <a:uFillTx/>
              <a:latin typeface="Arial" panose="020B0604020202020204" pitchFamily="34" charset="0"/>
              <a:ea typeface="+mn-ea"/>
              <a:cs typeface="Arial" panose="020B0604020202020204" pitchFamily="34" charset="0"/>
            </a:endParaRPr>
          </a:p>
          <a:p>
            <a:pPr marL="227013" marR="0" lvl="0" indent="-227013" algn="l" defTabSz="914400" rtl="0" eaLnBrk="1" fontAlgn="auto" latinLnBrk="0" hangingPunct="1">
              <a:lnSpc>
                <a:spcPct val="90000"/>
              </a:lnSpc>
              <a:spcBef>
                <a:spcPts val="0"/>
              </a:spcBef>
              <a:spcAft>
                <a:spcPts val="1200"/>
              </a:spcAft>
              <a:buClrTx/>
              <a:buSzTx/>
              <a:buFont typeface="Arial" panose="020B0604020202020204" pitchFamily="34" charset="0"/>
              <a:buChar char="•"/>
              <a:tabLst/>
              <a:defRPr/>
            </a:pPr>
            <a:r>
              <a:rPr kumimoji="0" lang="it-IT" sz="2000" b="0" i="0" u="none" strike="noStrike" kern="1200" cap="none" spc="0" normalizeH="0" baseline="0" noProof="0" dirty="0">
                <a:ln>
                  <a:noFill/>
                </a:ln>
                <a:solidFill>
                  <a:srgbClr val="2E404D"/>
                </a:solidFill>
                <a:effectLst/>
                <a:uLnTx/>
                <a:uFillTx/>
                <a:latin typeface="Arial" panose="020B0604020202020204" pitchFamily="34" charset="0"/>
                <a:ea typeface="+mn-ea"/>
                <a:cs typeface="Arial" panose="020B0604020202020204" pitchFamily="34" charset="0"/>
              </a:rPr>
              <a:t>Dashboard/monitoring con KPI minimi</a:t>
            </a:r>
          </a:p>
          <a:p>
            <a:pPr marL="227013" marR="0" lvl="0" indent="-227013" algn="l" defTabSz="914400" rtl="0" eaLnBrk="1" fontAlgn="auto" latinLnBrk="0" hangingPunct="1">
              <a:lnSpc>
                <a:spcPct val="90000"/>
              </a:lnSpc>
              <a:spcBef>
                <a:spcPts val="0"/>
              </a:spcBef>
              <a:spcAft>
                <a:spcPts val="1200"/>
              </a:spcAft>
              <a:buClrTx/>
              <a:buSzTx/>
              <a:buFont typeface="Arial" panose="020B0604020202020204" pitchFamily="34" charset="0"/>
              <a:buChar char="•"/>
              <a:tabLst/>
              <a:defRPr/>
            </a:pPr>
            <a:r>
              <a:rPr kumimoji="0" lang="it-IT" sz="2000" b="0" i="0" u="none" strike="noStrike" kern="1200" cap="none" spc="0" normalizeH="0" baseline="0" noProof="0" dirty="0">
                <a:ln>
                  <a:noFill/>
                </a:ln>
                <a:solidFill>
                  <a:srgbClr val="2E404D"/>
                </a:solidFill>
                <a:effectLst/>
                <a:uLnTx/>
                <a:uFillTx/>
                <a:latin typeface="Arial" panose="020B0604020202020204" pitchFamily="34" charset="0"/>
                <a:ea typeface="+mn-ea"/>
                <a:cs typeface="Arial" panose="020B0604020202020204" pitchFamily="34" charset="0"/>
              </a:rPr>
              <a:t>Prima versione di </a:t>
            </a:r>
            <a:r>
              <a:rPr kumimoji="0" lang="it-IT" sz="2000" b="0" i="0" u="none" strike="noStrike" kern="1200" cap="none" spc="0" normalizeH="0" baseline="0" noProof="0" dirty="0" err="1">
                <a:ln>
                  <a:noFill/>
                </a:ln>
                <a:solidFill>
                  <a:srgbClr val="2E404D"/>
                </a:solidFill>
                <a:effectLst/>
                <a:uLnTx/>
                <a:uFillTx/>
                <a:latin typeface="Arial" panose="020B0604020202020204" pitchFamily="34" charset="0"/>
                <a:ea typeface="+mn-ea"/>
                <a:cs typeface="Arial" panose="020B0604020202020204" pitchFamily="34" charset="0"/>
              </a:rPr>
              <a:t>reconciliation</a:t>
            </a:r>
            <a:r>
              <a:rPr kumimoji="0" lang="it-IT" sz="2000" b="0" i="0" u="none" strike="noStrike" kern="1200" cap="none" spc="0" normalizeH="0" baseline="0" noProof="0" dirty="0">
                <a:ln>
                  <a:noFill/>
                </a:ln>
                <a:solidFill>
                  <a:srgbClr val="2E404D"/>
                </a:solidFill>
                <a:effectLst/>
                <a:uLnTx/>
                <a:uFillTx/>
                <a:latin typeface="Arial" panose="020B0604020202020204" pitchFamily="34" charset="0"/>
                <a:ea typeface="+mn-ea"/>
                <a:cs typeface="Arial" panose="020B0604020202020204" pitchFamily="34" charset="0"/>
              </a:rPr>
              <a:t>: confronto record/chiavi tra schema legacy e schema target.</a:t>
            </a:r>
            <a:endParaRPr lang="en-IT" dirty="0"/>
          </a:p>
        </p:txBody>
      </p:sp>
    </p:spTree>
    <p:extLst>
      <p:ext uri="{BB962C8B-B14F-4D97-AF65-F5344CB8AC3E}">
        <p14:creationId xmlns:p14="http://schemas.microsoft.com/office/powerpoint/2010/main" val="1699352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86869A5-F982-5B29-5C57-234A40207E27}"/>
              </a:ext>
            </a:extLst>
          </p:cNvPr>
          <p:cNvSpPr>
            <a:spLocks noGrp="1"/>
          </p:cNvSpPr>
          <p:nvPr>
            <p:ph sz="half" idx="1"/>
          </p:nvPr>
        </p:nvSpPr>
        <p:spPr/>
        <p:txBody>
          <a:bodyPr/>
          <a:lstStyle/>
          <a:p>
            <a:pPr marL="0" indent="0">
              <a:buNone/>
            </a:pPr>
            <a:r>
              <a:rPr lang="it-IT" b="1" noProof="0"/>
              <a:t>Gate “tecnico”</a:t>
            </a:r>
            <a:endParaRPr lang="it-IT" noProof="0"/>
          </a:p>
          <a:p>
            <a:r>
              <a:rPr lang="it-IT" noProof="0"/>
              <a:t>Il flusso </a:t>
            </a:r>
            <a:r>
              <a:rPr lang="it-IT" noProof="0" err="1"/>
              <a:t>Flink</a:t>
            </a:r>
            <a:r>
              <a:rPr lang="it-IT" noProof="0"/>
              <a:t> è stabile per un periodo definito (es. giorni/settimane), senza </a:t>
            </a:r>
            <a:r>
              <a:rPr lang="it-IT" noProof="0" err="1"/>
              <a:t>failure</a:t>
            </a:r>
            <a:r>
              <a:rPr lang="it-IT" noProof="0"/>
              <a:t> ricorrenti.</a:t>
            </a:r>
          </a:p>
          <a:p>
            <a:r>
              <a:rPr lang="it-IT" noProof="0"/>
              <a:t>Performance almeno comparabile al legacy (o con delta spiegato e mitigato).</a:t>
            </a:r>
          </a:p>
          <a:p>
            <a:endParaRPr lang="it-IT" noProof="0"/>
          </a:p>
        </p:txBody>
      </p:sp>
      <p:sp>
        <p:nvSpPr>
          <p:cNvPr id="3" name="Content Placeholder 2">
            <a:extLst>
              <a:ext uri="{FF2B5EF4-FFF2-40B4-BE49-F238E27FC236}">
                <a16:creationId xmlns:a16="http://schemas.microsoft.com/office/drawing/2014/main" id="{355455F3-1EC6-BA14-4A2B-8DEFE137A88D}"/>
              </a:ext>
            </a:extLst>
          </p:cNvPr>
          <p:cNvSpPr>
            <a:spLocks noGrp="1"/>
          </p:cNvSpPr>
          <p:nvPr>
            <p:ph sz="half" idx="2"/>
          </p:nvPr>
        </p:nvSpPr>
        <p:spPr/>
        <p:txBody>
          <a:bodyPr/>
          <a:lstStyle/>
          <a:p>
            <a:pPr marL="0" indent="0">
              <a:buNone/>
            </a:pPr>
            <a:r>
              <a:rPr lang="it-IT" b="1" noProof="0"/>
              <a:t>Gate “dati”</a:t>
            </a:r>
            <a:endParaRPr lang="it-IT" noProof="0"/>
          </a:p>
          <a:p>
            <a:r>
              <a:rPr lang="it-IT" noProof="0"/>
              <a:t>Allineamento tra output legacy e output nuovo entro soglia concordata (es. percentuale match e tolleranze per campi non deterministici).</a:t>
            </a:r>
          </a:p>
          <a:p>
            <a:r>
              <a:rPr lang="it-IT" noProof="0"/>
              <a:t>Presenza di metriche che evidenziano mismatch.</a:t>
            </a:r>
          </a:p>
          <a:p>
            <a:endParaRPr lang="it-IT" noProof="0"/>
          </a:p>
        </p:txBody>
      </p:sp>
      <p:sp>
        <p:nvSpPr>
          <p:cNvPr id="4" name="Content Placeholder 3">
            <a:extLst>
              <a:ext uri="{FF2B5EF4-FFF2-40B4-BE49-F238E27FC236}">
                <a16:creationId xmlns:a16="http://schemas.microsoft.com/office/drawing/2014/main" id="{275E8CA6-53A8-4C20-FFF4-4840C1ECB983}"/>
              </a:ext>
            </a:extLst>
          </p:cNvPr>
          <p:cNvSpPr>
            <a:spLocks noGrp="1"/>
          </p:cNvSpPr>
          <p:nvPr>
            <p:ph sz="half" idx="13"/>
          </p:nvPr>
        </p:nvSpPr>
        <p:spPr/>
        <p:txBody>
          <a:bodyPr/>
          <a:lstStyle/>
          <a:p>
            <a:pPr marL="0" indent="0">
              <a:buNone/>
            </a:pPr>
            <a:r>
              <a:rPr lang="it-IT" b="1" noProof="0"/>
              <a:t>Gate “operativo”</a:t>
            </a:r>
            <a:endParaRPr lang="it-IT" noProof="0"/>
          </a:p>
          <a:p>
            <a:r>
              <a:rPr lang="it-IT" noProof="0" err="1"/>
              <a:t>Runbook</a:t>
            </a:r>
            <a:r>
              <a:rPr lang="it-IT" noProof="0"/>
              <a:t> minimo: come </a:t>
            </a:r>
            <a:r>
              <a:rPr lang="it-IT" noProof="0" err="1"/>
              <a:t>deployare</a:t>
            </a:r>
            <a:r>
              <a:rPr lang="it-IT" noProof="0"/>
              <a:t>, come monitorare, come investigare incidenti, come riprocessare.</a:t>
            </a:r>
          </a:p>
          <a:p>
            <a:r>
              <a:rPr lang="it-IT" noProof="0"/>
              <a:t>Procedure chiare per spegnere/riaccendere il nuovo flusso senza impattare il legacy.</a:t>
            </a:r>
          </a:p>
          <a:p>
            <a:endParaRPr lang="it-IT" noProof="0"/>
          </a:p>
        </p:txBody>
      </p:sp>
      <p:sp>
        <p:nvSpPr>
          <p:cNvPr id="5" name="Title 4">
            <a:extLst>
              <a:ext uri="{FF2B5EF4-FFF2-40B4-BE49-F238E27FC236}">
                <a16:creationId xmlns:a16="http://schemas.microsoft.com/office/drawing/2014/main" id="{28F89647-BBB3-C323-D879-A8D096F7B166}"/>
              </a:ext>
            </a:extLst>
          </p:cNvPr>
          <p:cNvSpPr>
            <a:spLocks noGrp="1"/>
          </p:cNvSpPr>
          <p:nvPr>
            <p:ph type="title"/>
          </p:nvPr>
        </p:nvSpPr>
        <p:spPr/>
        <p:txBody>
          <a:bodyPr/>
          <a:lstStyle/>
          <a:p>
            <a:r>
              <a:rPr lang="it-IT" noProof="0"/>
              <a:t>MVP 1: criteri di successo</a:t>
            </a:r>
          </a:p>
        </p:txBody>
      </p:sp>
      <p:sp>
        <p:nvSpPr>
          <p:cNvPr id="8" name="Slide Number Placeholder 7">
            <a:extLst>
              <a:ext uri="{FF2B5EF4-FFF2-40B4-BE49-F238E27FC236}">
                <a16:creationId xmlns:a16="http://schemas.microsoft.com/office/drawing/2014/main" id="{EBD69A66-DFC9-2582-5543-0BC0FBCBA389}"/>
              </a:ext>
            </a:extLst>
          </p:cNvPr>
          <p:cNvSpPr>
            <a:spLocks noGrp="1"/>
          </p:cNvSpPr>
          <p:nvPr>
            <p:ph type="sldNum" sz="quarter" idx="12"/>
          </p:nvPr>
        </p:nvSpPr>
        <p:spPr/>
        <p:txBody>
          <a:bodyPr/>
          <a:lstStyle/>
          <a:p>
            <a:fld id="{60D39823-8059-4D49-BD26-6D32C31B8621}" type="slidenum">
              <a:rPr lang="it-IT" noProof="0" smtClean="0"/>
              <a:pPr/>
              <a:t>8</a:t>
            </a:fld>
            <a:endParaRPr lang="it-IT" noProof="0"/>
          </a:p>
        </p:txBody>
      </p:sp>
      <p:sp>
        <p:nvSpPr>
          <p:cNvPr id="6" name="Footer Placeholder 7">
            <a:extLst>
              <a:ext uri="{FF2B5EF4-FFF2-40B4-BE49-F238E27FC236}">
                <a16:creationId xmlns:a16="http://schemas.microsoft.com/office/drawing/2014/main" id="{79903B2C-037F-0C81-2BF6-3717FF8ECB7A}"/>
              </a:ext>
            </a:extLst>
          </p:cNvPr>
          <p:cNvSpPr>
            <a:spLocks noGrp="1"/>
          </p:cNvSpPr>
          <p:nvPr>
            <p:ph type="ftr" sz="quarter" idx="11"/>
          </p:nvPr>
        </p:nvSpPr>
        <p:spPr>
          <a:xfrm>
            <a:off x="381000" y="6400799"/>
            <a:ext cx="4114800" cy="304800"/>
          </a:xfrm>
        </p:spPr>
        <p:txBody>
          <a:bodyPr anchor="ctr">
            <a:normAutofit/>
          </a:bodyPr>
          <a:lstStyle/>
          <a:p>
            <a:pPr>
              <a:spcAft>
                <a:spcPts val="600"/>
              </a:spcAft>
            </a:pPr>
            <a:r>
              <a:rPr lang="it-IT" noProof="0"/>
              <a:t>© 2026 NTT DATA, Inc.</a:t>
            </a:r>
          </a:p>
        </p:txBody>
      </p:sp>
      <p:sp>
        <p:nvSpPr>
          <p:cNvPr id="7" name="TextBox 6">
            <a:extLst>
              <a:ext uri="{FF2B5EF4-FFF2-40B4-BE49-F238E27FC236}">
                <a16:creationId xmlns:a16="http://schemas.microsoft.com/office/drawing/2014/main" id="{FD8C7B10-C13C-1C5D-4831-D60124C8D357}"/>
              </a:ext>
            </a:extLst>
          </p:cNvPr>
          <p:cNvSpPr txBox="1"/>
          <p:nvPr/>
        </p:nvSpPr>
        <p:spPr>
          <a:xfrm>
            <a:off x="1782462" y="4563070"/>
            <a:ext cx="8627076" cy="923330"/>
          </a:xfrm>
          <a:prstGeom prst="rect">
            <a:avLst/>
          </a:prstGeom>
          <a:noFill/>
        </p:spPr>
        <p:txBody>
          <a:bodyPr wrap="square" rtlCol="0">
            <a:spAutoFit/>
          </a:bodyPr>
          <a:lstStyle/>
          <a:p>
            <a:r>
              <a:rPr lang="it-IT" b="1" dirty="0">
                <a:solidFill>
                  <a:srgbClr val="2E404D"/>
                </a:solidFill>
              </a:rPr>
              <a:t>La formalizzazione dei</a:t>
            </a:r>
            <a:r>
              <a:rPr lang="it-IT" b="1" dirty="0">
                <a:solidFill>
                  <a:srgbClr val="2E404D"/>
                </a:solidFill>
                <a:latin typeface="Arial" panose="020B0604020202020204" pitchFamily="34" charset="0"/>
              </a:rPr>
              <a:t> criteri di successo, attività in ambito a tale iniziativa, sarà effettuata nella prima settimana di attività.</a:t>
            </a:r>
          </a:p>
          <a:p>
            <a:pPr algn="l"/>
            <a:endParaRPr lang="en-IT" b="1" dirty="0" err="1">
              <a:solidFill>
                <a:schemeClr val="tx2"/>
              </a:solidFill>
            </a:endParaRPr>
          </a:p>
        </p:txBody>
      </p:sp>
    </p:spTree>
    <p:extLst>
      <p:ext uri="{BB962C8B-B14F-4D97-AF65-F5344CB8AC3E}">
        <p14:creationId xmlns:p14="http://schemas.microsoft.com/office/powerpoint/2010/main" val="2340424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BC8FCAA9-607C-071C-A06B-20779A776E6F}"/>
              </a:ext>
            </a:extLst>
          </p:cNvPr>
          <p:cNvSpPr>
            <a:spLocks noGrp="1"/>
          </p:cNvSpPr>
          <p:nvPr>
            <p:ph sz="half" idx="1"/>
          </p:nvPr>
        </p:nvSpPr>
        <p:spPr>
          <a:xfrm>
            <a:off x="381000" y="1026093"/>
            <a:ext cx="11437257" cy="4605783"/>
          </a:xfrm>
        </p:spPr>
        <p:txBody>
          <a:bodyPr vert="horz" lIns="0" tIns="45720" rIns="0" bIns="45720" rtlCol="0" anchor="t">
            <a:noAutofit/>
          </a:bodyPr>
          <a:lstStyle/>
          <a:p>
            <a:pPr marL="0" indent="0">
              <a:buNone/>
            </a:pPr>
            <a:r>
              <a:rPr lang="it-IT" b="1" noProof="0" dirty="0"/>
              <a:t>MVP 1 (Pilot)</a:t>
            </a:r>
            <a:endParaRPr lang="it-IT" noProof="0" dirty="0"/>
          </a:p>
          <a:p>
            <a:pPr marL="226695" indent="-226695"/>
            <a:r>
              <a:rPr lang="it-IT" dirty="0">
                <a:latin typeface="Arial"/>
                <a:cs typeface="Arial"/>
              </a:rPr>
              <a:t>Necessità I</a:t>
            </a:r>
            <a:r>
              <a:rPr lang="it-IT" noProof="0" dirty="0" err="1">
                <a:latin typeface="Arial"/>
                <a:cs typeface="Arial"/>
              </a:rPr>
              <a:t>nfra</a:t>
            </a:r>
            <a:r>
              <a:rPr lang="it-IT" noProof="0" dirty="0">
                <a:latin typeface="Arial"/>
                <a:cs typeface="Arial"/>
              </a:rPr>
              <a:t>: nuovo </a:t>
            </a:r>
            <a:r>
              <a:rPr lang="it-IT" noProof="0" dirty="0" err="1">
                <a:latin typeface="Arial"/>
                <a:cs typeface="Arial"/>
              </a:rPr>
              <a:t>connector</a:t>
            </a:r>
            <a:r>
              <a:rPr lang="it-IT" noProof="0" dirty="0">
                <a:latin typeface="Arial"/>
                <a:cs typeface="Arial"/>
              </a:rPr>
              <a:t> + 1 job + schema target</a:t>
            </a:r>
          </a:p>
          <a:p>
            <a:pPr marL="226695" indent="-226695"/>
            <a:r>
              <a:rPr lang="it-IT" dirty="0" err="1">
                <a:latin typeface="Arial"/>
                <a:cs typeface="Arial"/>
              </a:rPr>
              <a:t>Elapsed</a:t>
            </a:r>
            <a:r>
              <a:rPr lang="it-IT" dirty="0">
                <a:latin typeface="Arial"/>
                <a:cs typeface="Arial"/>
              </a:rPr>
              <a:t>: circa </a:t>
            </a:r>
            <a:r>
              <a:rPr lang="it-IT" b="1" dirty="0">
                <a:latin typeface="Arial"/>
                <a:cs typeface="Arial"/>
              </a:rPr>
              <a:t>12 settimane.</a:t>
            </a:r>
          </a:p>
          <a:p>
            <a:pPr marL="622300" indent="0">
              <a:buNone/>
            </a:pPr>
            <a:r>
              <a:rPr lang="it-IT" dirty="0">
                <a:latin typeface="Arial"/>
                <a:cs typeface="Arial"/>
              </a:rPr>
              <a:t>In caso di partenza delle attività nella settimana del </a:t>
            </a:r>
            <a:r>
              <a:rPr lang="it-IT" b="1" dirty="0">
                <a:latin typeface="Arial"/>
                <a:cs typeface="Arial"/>
              </a:rPr>
              <a:t>24 agosto 2026</a:t>
            </a:r>
            <a:r>
              <a:rPr lang="it-IT" dirty="0">
                <a:latin typeface="Arial"/>
                <a:cs typeface="Arial"/>
              </a:rPr>
              <a:t>, esse potranno essere completate entro il </a:t>
            </a:r>
            <a:r>
              <a:rPr lang="it-IT" b="1" dirty="0">
                <a:latin typeface="Arial"/>
                <a:cs typeface="Arial"/>
              </a:rPr>
              <a:t>13 novembre 2026</a:t>
            </a:r>
            <a:r>
              <a:rPr lang="it-IT" dirty="0">
                <a:latin typeface="Arial"/>
                <a:cs typeface="Arial"/>
              </a:rPr>
              <a:t>.</a:t>
            </a:r>
          </a:p>
          <a:p>
            <a:pPr marL="622300" indent="0">
              <a:buNone/>
            </a:pPr>
            <a:r>
              <a:rPr lang="it-IT" dirty="0">
                <a:latin typeface="Arial"/>
                <a:cs typeface="Arial"/>
              </a:rPr>
              <a:t>La pianificazione di dettaglio delle attività sarà formalizzata nel corso delle prime 2 settimane di progetto. </a:t>
            </a:r>
          </a:p>
          <a:p>
            <a:r>
              <a:rPr lang="it-IT" dirty="0">
                <a:latin typeface="Arial"/>
                <a:cs typeface="Arial"/>
              </a:rPr>
              <a:t>La valorizzazione economica dell’attività è pari ad </a:t>
            </a:r>
            <a:r>
              <a:rPr lang="it-IT" b="1" dirty="0">
                <a:latin typeface="Arial"/>
                <a:cs typeface="Arial"/>
              </a:rPr>
              <a:t>€ 29.320,00 + IVA.</a:t>
            </a:r>
          </a:p>
          <a:p>
            <a:pPr marL="622300" indent="0">
              <a:buNone/>
            </a:pPr>
            <a:r>
              <a:rPr lang="it-IT" dirty="0">
                <a:latin typeface="Arial"/>
                <a:cs typeface="Arial"/>
              </a:rPr>
              <a:t>Di seguito uno spaccato delle figure professionali che saranno coinvolte:</a:t>
            </a:r>
          </a:p>
          <a:p>
            <a:pPr marL="0" indent="0">
              <a:buNone/>
            </a:pPr>
            <a:endParaRPr lang="it-IT" sz="1800" dirty="0">
              <a:latin typeface="Arial"/>
              <a:cs typeface="Arial"/>
            </a:endParaRPr>
          </a:p>
          <a:p>
            <a:pPr marL="226695" indent="-226695"/>
            <a:endParaRPr lang="it-IT" sz="1800" dirty="0">
              <a:latin typeface="Arial"/>
              <a:cs typeface="Arial"/>
            </a:endParaRPr>
          </a:p>
          <a:p>
            <a:pPr marL="226695" indent="-226695"/>
            <a:endParaRPr lang="it-IT" sz="1800" dirty="0">
              <a:latin typeface="Arial"/>
              <a:cs typeface="Arial"/>
            </a:endParaRPr>
          </a:p>
          <a:p>
            <a:pPr marL="226695" indent="-226695"/>
            <a:endParaRPr lang="it-IT" sz="1800" dirty="0">
              <a:latin typeface="Arial"/>
              <a:cs typeface="Arial"/>
            </a:endParaRPr>
          </a:p>
          <a:p>
            <a:pPr marL="226695" indent="-226695"/>
            <a:endParaRPr lang="it-IT" sz="1800" dirty="0">
              <a:latin typeface="Arial"/>
              <a:cs typeface="Arial"/>
            </a:endParaRPr>
          </a:p>
          <a:p>
            <a:pPr marL="0" indent="0">
              <a:buNone/>
            </a:pPr>
            <a:endParaRPr lang="it-IT" noProof="0" dirty="0"/>
          </a:p>
        </p:txBody>
      </p:sp>
      <p:sp>
        <p:nvSpPr>
          <p:cNvPr id="8" name="Title 7">
            <a:extLst>
              <a:ext uri="{FF2B5EF4-FFF2-40B4-BE49-F238E27FC236}">
                <a16:creationId xmlns:a16="http://schemas.microsoft.com/office/drawing/2014/main" id="{D398B94F-CF73-4453-33D3-E299D65A0CB2}"/>
              </a:ext>
            </a:extLst>
          </p:cNvPr>
          <p:cNvSpPr>
            <a:spLocks noGrp="1"/>
          </p:cNvSpPr>
          <p:nvPr>
            <p:ph type="title"/>
          </p:nvPr>
        </p:nvSpPr>
        <p:spPr/>
        <p:txBody>
          <a:bodyPr/>
          <a:lstStyle/>
          <a:p>
            <a:r>
              <a:rPr lang="it-IT" noProof="0"/>
              <a:t>Stima tempi e costi</a:t>
            </a:r>
          </a:p>
        </p:txBody>
      </p:sp>
      <p:sp>
        <p:nvSpPr>
          <p:cNvPr id="7" name="Slide Number Placeholder 6">
            <a:extLst>
              <a:ext uri="{FF2B5EF4-FFF2-40B4-BE49-F238E27FC236}">
                <a16:creationId xmlns:a16="http://schemas.microsoft.com/office/drawing/2014/main" id="{B761E2AE-02ED-60E7-531D-741B0873663F}"/>
              </a:ext>
            </a:extLst>
          </p:cNvPr>
          <p:cNvSpPr>
            <a:spLocks noGrp="1"/>
          </p:cNvSpPr>
          <p:nvPr>
            <p:ph type="sldNum" sz="quarter" idx="12"/>
          </p:nvPr>
        </p:nvSpPr>
        <p:spPr/>
        <p:txBody>
          <a:bodyPr/>
          <a:lstStyle/>
          <a:p>
            <a:fld id="{60D39823-8059-4D49-BD26-6D32C31B8621}" type="slidenum">
              <a:rPr lang="it-IT" noProof="0" smtClean="0"/>
              <a:pPr/>
              <a:t>9</a:t>
            </a:fld>
            <a:endParaRPr lang="it-IT" noProof="0"/>
          </a:p>
        </p:txBody>
      </p:sp>
      <p:sp>
        <p:nvSpPr>
          <p:cNvPr id="15" name="Footer Placeholder 7">
            <a:extLst>
              <a:ext uri="{FF2B5EF4-FFF2-40B4-BE49-F238E27FC236}">
                <a16:creationId xmlns:a16="http://schemas.microsoft.com/office/drawing/2014/main" id="{B086A782-86E9-6361-030F-EAED68E32959}"/>
              </a:ext>
            </a:extLst>
          </p:cNvPr>
          <p:cNvSpPr>
            <a:spLocks noGrp="1"/>
          </p:cNvSpPr>
          <p:nvPr>
            <p:ph type="ftr" sz="quarter" idx="11"/>
          </p:nvPr>
        </p:nvSpPr>
        <p:spPr>
          <a:xfrm>
            <a:off x="381000" y="6400799"/>
            <a:ext cx="4114800" cy="304800"/>
          </a:xfrm>
        </p:spPr>
        <p:txBody>
          <a:bodyPr anchor="ctr">
            <a:normAutofit/>
          </a:bodyPr>
          <a:lstStyle/>
          <a:p>
            <a:pPr>
              <a:spcAft>
                <a:spcPts val="600"/>
              </a:spcAft>
            </a:pPr>
            <a:r>
              <a:rPr lang="it-IT" noProof="0"/>
              <a:t>© 2026 NTT DATA, Inc.</a:t>
            </a:r>
          </a:p>
        </p:txBody>
      </p:sp>
      <p:pic>
        <p:nvPicPr>
          <p:cNvPr id="10" name="Picture 9">
            <a:extLst>
              <a:ext uri="{FF2B5EF4-FFF2-40B4-BE49-F238E27FC236}">
                <a16:creationId xmlns:a16="http://schemas.microsoft.com/office/drawing/2014/main" id="{89D806B5-6F9B-BEE2-2159-79A79F6FD238}"/>
              </a:ext>
            </a:extLst>
          </p:cNvPr>
          <p:cNvPicPr>
            <a:picLocks noChangeAspect="1"/>
          </p:cNvPicPr>
          <p:nvPr/>
        </p:nvPicPr>
        <p:blipFill>
          <a:blip r:embed="rId2"/>
          <a:stretch>
            <a:fillRect/>
          </a:stretch>
        </p:blipFill>
        <p:spPr>
          <a:xfrm>
            <a:off x="998019" y="4602921"/>
            <a:ext cx="4314825" cy="1152525"/>
          </a:xfrm>
          <a:prstGeom prst="rect">
            <a:avLst/>
          </a:prstGeom>
        </p:spPr>
      </p:pic>
      <p:pic>
        <p:nvPicPr>
          <p:cNvPr id="2" name="Picture 1">
            <a:extLst>
              <a:ext uri="{FF2B5EF4-FFF2-40B4-BE49-F238E27FC236}">
                <a16:creationId xmlns:a16="http://schemas.microsoft.com/office/drawing/2014/main" id="{0DD61635-80BB-5909-73A6-92B6A49B2111}"/>
              </a:ext>
            </a:extLst>
          </p:cNvPr>
          <p:cNvPicPr>
            <a:picLocks noChangeAspect="1"/>
          </p:cNvPicPr>
          <p:nvPr/>
        </p:nvPicPr>
        <p:blipFill>
          <a:blip r:embed="rId3"/>
          <a:stretch>
            <a:fillRect/>
          </a:stretch>
        </p:blipFill>
        <p:spPr>
          <a:xfrm>
            <a:off x="6768672" y="4876799"/>
            <a:ext cx="3581400" cy="1828800"/>
          </a:xfrm>
          <a:prstGeom prst="rect">
            <a:avLst/>
          </a:prstGeom>
        </p:spPr>
      </p:pic>
    </p:spTree>
    <p:extLst>
      <p:ext uri="{BB962C8B-B14F-4D97-AF65-F5344CB8AC3E}">
        <p14:creationId xmlns:p14="http://schemas.microsoft.com/office/powerpoint/2010/main" val="39186025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72841733"/>
      </p:ext>
    </p:extLst>
  </p:cSld>
  <p:clrMapOvr>
    <a:masterClrMapping/>
  </p:clrMapOvr>
</p:sld>
</file>

<file path=ppt/theme/theme1.xml><?xml version="1.0" encoding="utf-8"?>
<a:theme xmlns:a="http://schemas.openxmlformats.org/drawingml/2006/main" name="Covers - Full Image Background">
  <a:themeElements>
    <a:clrScheme name="NTT DATA Colors 1">
      <a:dk1>
        <a:srgbClr val="FFFFFF"/>
      </a:dk1>
      <a:lt1>
        <a:srgbClr val="070F26"/>
      </a:lt1>
      <a:dk2>
        <a:srgbClr val="2E404D"/>
      </a:dk2>
      <a:lt2>
        <a:srgbClr val="0072BC"/>
      </a:lt2>
      <a:accent1>
        <a:srgbClr val="0072BC"/>
      </a:accent1>
      <a:accent2>
        <a:srgbClr val="00DFED"/>
      </a:accent2>
      <a:accent3>
        <a:srgbClr val="00CB5D"/>
      </a:accent3>
      <a:accent4>
        <a:srgbClr val="FFC400"/>
      </a:accent4>
      <a:accent5>
        <a:srgbClr val="FF7A00"/>
      </a:accent5>
      <a:accent6>
        <a:srgbClr val="949494"/>
      </a:accent6>
      <a:hlink>
        <a:srgbClr val="0000FF"/>
      </a:hlink>
      <a:folHlink>
        <a:srgbClr val="0000FF"/>
      </a:folHlink>
    </a:clrScheme>
    <a:fontScheme name="NTT_DATA_Arial">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solidFill>
            <a:schemeClr val="accent2"/>
          </a:solidFill>
        </a:ln>
      </a:spPr>
      <a:bodyPr lIns="108000" tIns="72000" rIns="108000" bIns="72000" rtlCol="0" anchor="ctr"/>
      <a:lstStyle>
        <a:defPPr algn="ctr">
          <a:lnSpc>
            <a:spcPct val="110000"/>
          </a:lnSpc>
          <a:spcBef>
            <a:spcPts val="600"/>
          </a:spcBef>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oAutofit/>
      </a:bodyPr>
      <a:lstStyle>
        <a:defPPr algn="l">
          <a:defRPr dirty="0"/>
        </a:defPPr>
      </a:lstStyle>
    </a:txDef>
  </a:objectDefaults>
  <a:extraClrSchemeLst/>
  <a:custClrLst>
    <a:custClr name="A-Smart Navy">
      <a:srgbClr val="070F26"/>
    </a:custClr>
    <a:custClr name="B-White">
      <a:srgbClr val="FFFFFF"/>
    </a:custClr>
    <a:custClr name="C-Future Blue 150">
      <a:srgbClr val="005B96"/>
    </a:custClr>
    <a:custClr name="D-Future Blue">
      <a:srgbClr val="0072BC"/>
    </a:custClr>
    <a:custClr name="E-Future Blue 50">
      <a:srgbClr val="19A3FC"/>
    </a:custClr>
    <a:custClr name="F-Turquoise 100">
      <a:srgbClr val="009AA4"/>
    </a:custClr>
    <a:custClr name="G-Turquoise">
      <a:srgbClr val="00DFED"/>
    </a:custClr>
    <a:custClr name="H-Turquoise 50">
      <a:srgbClr val="7BF7FF"/>
    </a:custClr>
    <a:custClr name="I-Green 150">
      <a:srgbClr val="068941"/>
    </a:custClr>
    <a:custClr name="J-Green">
      <a:srgbClr val="00CB5D"/>
    </a:custClr>
    <a:custClr name="K-Green 50">
      <a:srgbClr val="38F990"/>
    </a:custClr>
    <a:custClr name="L-Yellow">
      <a:srgbClr val="FFC400"/>
    </a:custClr>
    <a:custClr name="M-Yellow 50">
      <a:srgbClr val="FFEDB2"/>
    </a:custClr>
    <a:custClr name="N-Yellow 100">
      <a:srgbClr val="FFDB66"/>
    </a:custClr>
    <a:custClr name="O-Orange 150">
      <a:srgbClr val="B22000"/>
    </a:custClr>
    <a:custClr name="P-Orange 100">
      <a:srgbClr val="E42600"/>
    </a:custClr>
    <a:custClr name="Q-Orange">
      <a:srgbClr val="FF7A00"/>
    </a:custClr>
    <a:custClr name="R-Grey 100">
      <a:srgbClr val="949494"/>
    </a:custClr>
    <a:custClr name="S-Grey 50">
      <a:srgbClr val="E8E8E8"/>
    </a:custClr>
    <a:custClr name="T-Black">
      <a:srgbClr val="000000"/>
    </a:custClr>
    <a:custClr name="U-Text Grey">
      <a:srgbClr val="2E404D"/>
    </a:custClr>
  </a:custClrLst>
  <a:extLst>
    <a:ext uri="{05A4C25C-085E-4340-85A3-A5531E510DB2}">
      <thm15:themeFamily xmlns:thm15="http://schemas.microsoft.com/office/thememl/2012/main" name="Presentation1" id="{09E09F61-42FD-4E5A-AEF2-0EB422DF44CE}" vid="{6BFB1022-CB34-4B15-9F3B-8B01968DD371}"/>
    </a:ext>
  </a:extLst>
</a:theme>
</file>

<file path=ppt/theme/theme2.xml><?xml version="1.0" encoding="utf-8"?>
<a:theme xmlns:a="http://schemas.openxmlformats.org/drawingml/2006/main" name="Light Covers - Partial Images">
  <a:themeElements>
    <a:clrScheme name="NTT DATA 2024">
      <a:dk1>
        <a:srgbClr val="FFFFFF"/>
      </a:dk1>
      <a:lt1>
        <a:srgbClr val="070F26"/>
      </a:lt1>
      <a:dk2>
        <a:srgbClr val="2E404D"/>
      </a:dk2>
      <a:lt2>
        <a:srgbClr val="0072BC"/>
      </a:lt2>
      <a:accent1>
        <a:srgbClr val="19A3FC"/>
      </a:accent1>
      <a:accent2>
        <a:srgbClr val="00DFED"/>
      </a:accent2>
      <a:accent3>
        <a:srgbClr val="00CB5D"/>
      </a:accent3>
      <a:accent4>
        <a:srgbClr val="FFC400"/>
      </a:accent4>
      <a:accent5>
        <a:srgbClr val="FF7A00"/>
      </a:accent5>
      <a:accent6>
        <a:srgbClr val="949494"/>
      </a:accent6>
      <a:hlink>
        <a:srgbClr val="0072BC"/>
      </a:hlink>
      <a:folHlink>
        <a:srgbClr val="00DFED"/>
      </a:folHlink>
    </a:clrScheme>
    <a:fontScheme name="NTT DATA Fonts 1">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w="9525">
          <a:solidFill>
            <a:schemeClr val="tx1">
              <a:lumMod val="50000"/>
            </a:schemeClr>
          </a:solidFill>
        </a:ln>
      </a:spPr>
      <a:bodyPr rtlCol="0" anchor="ctr"/>
      <a:lstStyle>
        <a:defPPr algn="ctr">
          <a:defRPr dirty="0" err="1" smtClean="0">
            <a:solidFill>
              <a:schemeClr val="tx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50000"/>
            </a:schemeClr>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noAutofit/>
      </a:bodyPr>
      <a:lstStyle>
        <a:defPPr algn="l">
          <a:defRPr dirty="0" err="1" smtClean="0">
            <a:solidFill>
              <a:srgbClr val="2E404D"/>
            </a:solidFill>
          </a:defRPr>
        </a:defPPr>
      </a:lstStyle>
    </a:txDef>
  </a:objectDefaults>
  <a:extraClrSchemeLst/>
  <a:custClrLst>
    <a:custClr name="A-Smart Navy">
      <a:srgbClr val="070F26"/>
    </a:custClr>
    <a:custClr name="B-White">
      <a:srgbClr val="FFFFFF"/>
    </a:custClr>
    <a:custClr name="C-Future Blue 150">
      <a:srgbClr val="005B96"/>
    </a:custClr>
    <a:custClr name="D-Future Blue">
      <a:srgbClr val="0072BC"/>
    </a:custClr>
    <a:custClr name="E-Future Blue 50">
      <a:srgbClr val="19A3FC"/>
    </a:custClr>
    <a:custClr name="F-Turquoise 100">
      <a:srgbClr val="009AA4"/>
    </a:custClr>
    <a:custClr name="G-Turquoise">
      <a:srgbClr val="00DFED"/>
    </a:custClr>
    <a:custClr name="H-Turquoise 50">
      <a:srgbClr val="7BF7FF"/>
    </a:custClr>
    <a:custClr name="I-Green 150">
      <a:srgbClr val="068941"/>
    </a:custClr>
    <a:custClr name="J-Green">
      <a:srgbClr val="00CB5D"/>
    </a:custClr>
    <a:custClr name="K-Green 50">
      <a:srgbClr val="38F990"/>
    </a:custClr>
    <a:custClr name="L-Yellow">
      <a:srgbClr val="FFC400"/>
    </a:custClr>
    <a:custClr name="M-Yellow 50">
      <a:srgbClr val="FFEDB2"/>
    </a:custClr>
    <a:custClr name="N-Yellow 100">
      <a:srgbClr val="FFDB66"/>
    </a:custClr>
    <a:custClr name="O-Orange 150">
      <a:srgbClr val="B22000"/>
    </a:custClr>
    <a:custClr name="P-Orange 100">
      <a:srgbClr val="E42600"/>
    </a:custClr>
    <a:custClr name="Q-Orange">
      <a:srgbClr val="FF7A00"/>
    </a:custClr>
    <a:custClr name="R-Grey 100">
      <a:srgbClr val="949494"/>
    </a:custClr>
    <a:custClr name="S-Grey 50">
      <a:srgbClr val="E8E8E8"/>
    </a:custClr>
    <a:custClr name="T-Black">
      <a:srgbClr val="000000"/>
    </a:custClr>
    <a:custClr name="U-Text Grey">
      <a:srgbClr val="2E404D"/>
    </a:custClr>
  </a:custClrLst>
  <a:extLst>
    <a:ext uri="{05A4C25C-085E-4340-85A3-A5531E510DB2}">
      <thm15:themeFamily xmlns:thm15="http://schemas.microsoft.com/office/thememl/2012/main" name="Presentation1" id="{09E09F61-42FD-4E5A-AEF2-0EB422DF44CE}" vid="{09C1F4FE-3D3D-4E4E-8AC5-C5D92DFDEA59}"/>
    </a:ext>
  </a:extLst>
</a:theme>
</file>

<file path=ppt/theme/theme3.xml><?xml version="1.0" encoding="utf-8"?>
<a:theme xmlns:a="http://schemas.openxmlformats.org/drawingml/2006/main" name="Light Body Slides">
  <a:themeElements>
    <a:clrScheme name="NTT DATA 2024">
      <a:dk1>
        <a:srgbClr val="FFFFFF"/>
      </a:dk1>
      <a:lt1>
        <a:srgbClr val="070F26"/>
      </a:lt1>
      <a:dk2>
        <a:srgbClr val="2E404D"/>
      </a:dk2>
      <a:lt2>
        <a:srgbClr val="0072BC"/>
      </a:lt2>
      <a:accent1>
        <a:srgbClr val="19A3FC"/>
      </a:accent1>
      <a:accent2>
        <a:srgbClr val="00DFED"/>
      </a:accent2>
      <a:accent3>
        <a:srgbClr val="00CB5D"/>
      </a:accent3>
      <a:accent4>
        <a:srgbClr val="FFC400"/>
      </a:accent4>
      <a:accent5>
        <a:srgbClr val="FF7A00"/>
      </a:accent5>
      <a:accent6>
        <a:srgbClr val="949494"/>
      </a:accent6>
      <a:hlink>
        <a:srgbClr val="0072BC"/>
      </a:hlink>
      <a:folHlink>
        <a:srgbClr val="00DFED"/>
      </a:folHlink>
    </a:clrScheme>
    <a:fontScheme name="NTT DATA Fonts 1">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w="9525">
          <a:solidFill>
            <a:schemeClr val="tx1">
              <a:lumMod val="50000"/>
            </a:schemeClr>
          </a:solidFill>
        </a:ln>
      </a:spPr>
      <a:bodyPr rtlCol="0" anchor="ctr"/>
      <a:lstStyle>
        <a:defPPr algn="ctr">
          <a:defRPr dirty="0" err="1" smtClean="0"/>
        </a:defPPr>
      </a:lstStyle>
      <a:style>
        <a:lnRef idx="2">
          <a:schemeClr val="accent1">
            <a:shade val="15000"/>
          </a:schemeClr>
        </a:lnRef>
        <a:fillRef idx="1">
          <a:schemeClr val="accent1"/>
        </a:fillRef>
        <a:effectRef idx="0">
          <a:schemeClr val="accent1"/>
        </a:effectRef>
        <a:fontRef idx="minor">
          <a:schemeClr val="lt1"/>
        </a:fontRef>
      </a:style>
    </a:spDef>
    <a:lnDef>
      <a:spPr>
        <a:ln w="9525" cap="rnd">
          <a:solidFill>
            <a:schemeClr val="tx1">
              <a:lumMod val="50000"/>
            </a:schemeClr>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dirty="0" err="1" smtClean="0">
            <a:solidFill>
              <a:schemeClr val="tx2"/>
            </a:solidFill>
          </a:defRPr>
        </a:defPPr>
      </a:lstStyle>
    </a:txDef>
  </a:objectDefaults>
  <a:extraClrSchemeLst/>
  <a:custClrLst>
    <a:custClr name="A-Smart Navy">
      <a:srgbClr val="070F26"/>
    </a:custClr>
    <a:custClr name="B-White">
      <a:srgbClr val="FFFFFF"/>
    </a:custClr>
    <a:custClr name="C-Future Blue 150">
      <a:srgbClr val="005B96"/>
    </a:custClr>
    <a:custClr name="D-Future Blue">
      <a:srgbClr val="0072BC"/>
    </a:custClr>
    <a:custClr name="E-Future Blue 50">
      <a:srgbClr val="19A3FC"/>
    </a:custClr>
    <a:custClr name="F-Turquoise 100">
      <a:srgbClr val="009AA4"/>
    </a:custClr>
    <a:custClr name="G-Turquoise">
      <a:srgbClr val="00DFED"/>
    </a:custClr>
    <a:custClr name="H-Turquoise 50">
      <a:srgbClr val="7BF7FF"/>
    </a:custClr>
    <a:custClr name="I-Green 150">
      <a:srgbClr val="068941"/>
    </a:custClr>
    <a:custClr name="J-Green">
      <a:srgbClr val="00CB5D"/>
    </a:custClr>
    <a:custClr name="K-Green 50">
      <a:srgbClr val="38F990"/>
    </a:custClr>
    <a:custClr name="L-Yellow">
      <a:srgbClr val="FFC400"/>
    </a:custClr>
    <a:custClr name="M-Yellow 50">
      <a:srgbClr val="FFEDB2"/>
    </a:custClr>
    <a:custClr name="N-Yellow 100">
      <a:srgbClr val="FFDB66"/>
    </a:custClr>
    <a:custClr name="O-Orange 150">
      <a:srgbClr val="B22000"/>
    </a:custClr>
    <a:custClr name="P-Orange 100">
      <a:srgbClr val="E42600"/>
    </a:custClr>
    <a:custClr name="Q-Orange">
      <a:srgbClr val="FF7A00"/>
    </a:custClr>
    <a:custClr name="R-Grey 100">
      <a:srgbClr val="949494"/>
    </a:custClr>
    <a:custClr name="S-Grey 50">
      <a:srgbClr val="E8E8E8"/>
    </a:custClr>
    <a:custClr name="T-Black">
      <a:srgbClr val="000000"/>
    </a:custClr>
    <a:custClr name="U-Text Grey">
      <a:srgbClr val="2E404D"/>
    </a:custClr>
  </a:custClrLst>
  <a:extLst>
    <a:ext uri="{05A4C25C-085E-4340-85A3-A5531E510DB2}">
      <thm15:themeFamily xmlns:thm15="http://schemas.microsoft.com/office/thememl/2012/main" name="Presentation1" id="{09E09F61-42FD-4E5A-AEF2-0EB422DF44CE}" vid="{C146F23E-B709-4B2D-9758-8EB4940147ED}"/>
    </a:ext>
  </a:extLst>
</a:theme>
</file>

<file path=ppt/theme/theme4.xml><?xml version="1.0" encoding="utf-8"?>
<a:theme xmlns:a="http://schemas.openxmlformats.org/drawingml/2006/main" name="Light Body Slides - Small Title, Large Subtitle">
  <a:themeElements>
    <a:clrScheme name="NTT DATA 2024">
      <a:dk1>
        <a:srgbClr val="FFFFFF"/>
      </a:dk1>
      <a:lt1>
        <a:srgbClr val="070F26"/>
      </a:lt1>
      <a:dk2>
        <a:srgbClr val="2E404D"/>
      </a:dk2>
      <a:lt2>
        <a:srgbClr val="0072BC"/>
      </a:lt2>
      <a:accent1>
        <a:srgbClr val="19A3FC"/>
      </a:accent1>
      <a:accent2>
        <a:srgbClr val="00DFED"/>
      </a:accent2>
      <a:accent3>
        <a:srgbClr val="00CB5D"/>
      </a:accent3>
      <a:accent4>
        <a:srgbClr val="FFC400"/>
      </a:accent4>
      <a:accent5>
        <a:srgbClr val="FF7A00"/>
      </a:accent5>
      <a:accent6>
        <a:srgbClr val="949494"/>
      </a:accent6>
      <a:hlink>
        <a:srgbClr val="0072BC"/>
      </a:hlink>
      <a:folHlink>
        <a:srgbClr val="00DFED"/>
      </a:folHlink>
    </a:clrScheme>
    <a:fontScheme name="NTT DATA Fonts 1">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w="9525">
          <a:solidFill>
            <a:schemeClr val="tx1">
              <a:lumMod val="50000"/>
            </a:schemeClr>
          </a:solidFill>
        </a:ln>
      </a:spPr>
      <a:bodyPr rtlCol="0" anchor="ctr"/>
      <a:lstStyle>
        <a:defPPr algn="ctr">
          <a:defRPr dirty="0" err="1" smtClean="0"/>
        </a:defPPr>
      </a:lstStyle>
      <a:style>
        <a:lnRef idx="2">
          <a:schemeClr val="accent1">
            <a:shade val="15000"/>
          </a:schemeClr>
        </a:lnRef>
        <a:fillRef idx="1">
          <a:schemeClr val="accent1"/>
        </a:fillRef>
        <a:effectRef idx="0">
          <a:schemeClr val="accent1"/>
        </a:effectRef>
        <a:fontRef idx="minor">
          <a:schemeClr val="lt1"/>
        </a:fontRef>
      </a:style>
    </a:spDef>
    <a:lnDef>
      <a:spPr>
        <a:ln w="9525" cap="rnd">
          <a:solidFill>
            <a:schemeClr val="tx1">
              <a:lumMod val="50000"/>
            </a:schemeClr>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dirty="0" err="1" smtClean="0">
            <a:solidFill>
              <a:schemeClr val="tx2"/>
            </a:solidFill>
          </a:defRPr>
        </a:defPPr>
      </a:lstStyle>
    </a:txDef>
  </a:objectDefaults>
  <a:extraClrSchemeLst/>
  <a:custClrLst>
    <a:custClr name="A-Smart Navy">
      <a:srgbClr val="070F26"/>
    </a:custClr>
    <a:custClr name="B-White">
      <a:srgbClr val="FFFFFF"/>
    </a:custClr>
    <a:custClr name="C-Future Blue 150">
      <a:srgbClr val="005B96"/>
    </a:custClr>
    <a:custClr name="D-Future Blue">
      <a:srgbClr val="0072BC"/>
    </a:custClr>
    <a:custClr name="E-Future Blue 50">
      <a:srgbClr val="19A3FC"/>
    </a:custClr>
    <a:custClr name="F-Turquoise 100">
      <a:srgbClr val="009AA4"/>
    </a:custClr>
    <a:custClr name="G-Turquoise">
      <a:srgbClr val="00DFED"/>
    </a:custClr>
    <a:custClr name="H-Turquoise 50">
      <a:srgbClr val="7BF7FF"/>
    </a:custClr>
    <a:custClr name="I-Green 150">
      <a:srgbClr val="068941"/>
    </a:custClr>
    <a:custClr name="J-Green">
      <a:srgbClr val="00CB5D"/>
    </a:custClr>
    <a:custClr name="K-Green 50">
      <a:srgbClr val="38F990"/>
    </a:custClr>
    <a:custClr name="L-Yellow">
      <a:srgbClr val="FFC400"/>
    </a:custClr>
    <a:custClr name="M-Yellow 50">
      <a:srgbClr val="FFEDB2"/>
    </a:custClr>
    <a:custClr name="N-Yellow 100">
      <a:srgbClr val="FFDB66"/>
    </a:custClr>
    <a:custClr name="O-Orange 150">
      <a:srgbClr val="B22000"/>
    </a:custClr>
    <a:custClr name="P-Orange 100">
      <a:srgbClr val="E42600"/>
    </a:custClr>
    <a:custClr name="Q-Orange">
      <a:srgbClr val="FF7A00"/>
    </a:custClr>
    <a:custClr name="R-Grey 100">
      <a:srgbClr val="949494"/>
    </a:custClr>
    <a:custClr name="S-Grey 50">
      <a:srgbClr val="E8E8E8"/>
    </a:custClr>
    <a:custClr name="T-Black">
      <a:srgbClr val="000000"/>
    </a:custClr>
    <a:custClr name="U-Text Grey">
      <a:srgbClr val="2E404D"/>
    </a:custClr>
  </a:custClrLst>
  <a:extLst>
    <a:ext uri="{05A4C25C-085E-4340-85A3-A5531E510DB2}">
      <thm15:themeFamily xmlns:thm15="http://schemas.microsoft.com/office/thememl/2012/main" name="Presentation1" id="{09E09F61-42FD-4E5A-AEF2-0EB422DF44CE}" vid="{8B19F434-353F-47FF-A1F7-53A0C457C0DD}"/>
    </a:ext>
  </a:extLst>
</a:theme>
</file>

<file path=ppt/theme/theme5.xml><?xml version="1.0" encoding="utf-8"?>
<a:theme xmlns:a="http://schemas.openxmlformats.org/drawingml/2006/main" name="1_Back Covers">
  <a:themeElements>
    <a:clrScheme name="NTT DATA Colors 1">
      <a:dk1>
        <a:srgbClr val="FFFFFF"/>
      </a:dk1>
      <a:lt1>
        <a:srgbClr val="070F26"/>
      </a:lt1>
      <a:dk2>
        <a:srgbClr val="2E404D"/>
      </a:dk2>
      <a:lt2>
        <a:srgbClr val="0072BC"/>
      </a:lt2>
      <a:accent1>
        <a:srgbClr val="0072BC"/>
      </a:accent1>
      <a:accent2>
        <a:srgbClr val="00DFED"/>
      </a:accent2>
      <a:accent3>
        <a:srgbClr val="00CB5D"/>
      </a:accent3>
      <a:accent4>
        <a:srgbClr val="FFC400"/>
      </a:accent4>
      <a:accent5>
        <a:srgbClr val="FF7A00"/>
      </a:accent5>
      <a:accent6>
        <a:srgbClr val="949494"/>
      </a:accent6>
      <a:hlink>
        <a:srgbClr val="0000FF"/>
      </a:hlink>
      <a:folHlink>
        <a:srgbClr val="0000FF"/>
      </a:folHlink>
    </a:clrScheme>
    <a:fontScheme name="NTT DATA Fonts 1">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w="9525" cap="rnd">
          <a:solidFill>
            <a:schemeClr val="tx1">
              <a:lumMod val="50000"/>
            </a:schemeClr>
          </a:solidFill>
          <a:round/>
        </a:ln>
      </a:spPr>
      <a:bodyPr rtlCol="0" anchor="ctr"/>
      <a:lstStyle>
        <a:defPPr algn="ctr">
          <a:defRPr sz="1800" dirty="0" err="1" smtClean="0">
            <a:solidFill>
              <a:srgbClr val="2E404D"/>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50000"/>
            </a:schemeClr>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noAutofit/>
      </a:bodyPr>
      <a:lstStyle>
        <a:defPPr algn="l">
          <a:defRPr dirty="0" err="1" smtClean="0">
            <a:solidFill>
              <a:srgbClr val="2E404D"/>
            </a:solidFill>
          </a:defRPr>
        </a:defPPr>
      </a:lstStyle>
    </a:txDef>
  </a:objectDefaults>
  <a:extraClrSchemeLst/>
  <a:custClrLst>
    <a:custClr name="A-Smart Navy">
      <a:srgbClr val="070F26"/>
    </a:custClr>
    <a:custClr name="B-White">
      <a:srgbClr val="FFFFFF"/>
    </a:custClr>
    <a:custClr name="C-Future Blue 150">
      <a:srgbClr val="005B96"/>
    </a:custClr>
    <a:custClr name="D-Future Blue">
      <a:srgbClr val="0072BC"/>
    </a:custClr>
    <a:custClr name="E-Future Blue 50">
      <a:srgbClr val="19A3FC"/>
    </a:custClr>
    <a:custClr name="F-Turquoise 100">
      <a:srgbClr val="009AA4"/>
    </a:custClr>
    <a:custClr name="G-Turquoise">
      <a:srgbClr val="00DFED"/>
    </a:custClr>
    <a:custClr name="H-Turquoise 50">
      <a:srgbClr val="7BF7FF"/>
    </a:custClr>
    <a:custClr name="I-Green 150">
      <a:srgbClr val="068941"/>
    </a:custClr>
    <a:custClr name="J-Green">
      <a:srgbClr val="00CB5D"/>
    </a:custClr>
    <a:custClr name="K-Green 50">
      <a:srgbClr val="38F990"/>
    </a:custClr>
    <a:custClr name="L-Yellow">
      <a:srgbClr val="FFC400"/>
    </a:custClr>
    <a:custClr name="M-Yellow 50">
      <a:srgbClr val="FFEDB2"/>
    </a:custClr>
    <a:custClr name="N-Yellow 100">
      <a:srgbClr val="FFDB66"/>
    </a:custClr>
    <a:custClr name="O-Orange 150">
      <a:srgbClr val="B22000"/>
    </a:custClr>
    <a:custClr name="P-Orange 100">
      <a:srgbClr val="E42600"/>
    </a:custClr>
    <a:custClr name="Q-Orange">
      <a:srgbClr val="FF7A00"/>
    </a:custClr>
    <a:custClr name="R-Grey 100">
      <a:srgbClr val="949494"/>
    </a:custClr>
    <a:custClr name="S-Grey 50">
      <a:srgbClr val="E8E8E8"/>
    </a:custClr>
    <a:custClr name="T-Black">
      <a:srgbClr val="000000"/>
    </a:custClr>
    <a:custClr name="U-Text Grey">
      <a:srgbClr val="2E404D"/>
    </a:custClr>
  </a:custClrLst>
  <a:extLst>
    <a:ext uri="{05A4C25C-085E-4340-85A3-A5531E510DB2}">
      <thm15:themeFamily xmlns:thm15="http://schemas.microsoft.com/office/thememl/2012/main" name="Presentation1" id="{09E09F61-42FD-4E5A-AEF2-0EB422DF44CE}" vid="{DB1D71C7-A2A5-436F-AEBF-D0FAA4B45808}"/>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A-Smart Navy">
      <a:srgbClr val="070F26"/>
    </a:custClr>
    <a:custClr name="B-White">
      <a:srgbClr val="FFFFFF"/>
    </a:custClr>
    <a:custClr name="C-Future Blue 150">
      <a:srgbClr val="005B96"/>
    </a:custClr>
    <a:custClr name="D-Future Blue">
      <a:srgbClr val="0072BC"/>
    </a:custClr>
    <a:custClr name="E-Future Blue 50">
      <a:srgbClr val="19A3FC"/>
    </a:custClr>
    <a:custClr name="F-Turquoise 100">
      <a:srgbClr val="009AA4"/>
    </a:custClr>
    <a:custClr name="G-Turquoise">
      <a:srgbClr val="00DFED"/>
    </a:custClr>
    <a:custClr name="H-Turquoise 50">
      <a:srgbClr val="7BF7FF"/>
    </a:custClr>
    <a:custClr name="I-Green 150">
      <a:srgbClr val="068941"/>
    </a:custClr>
    <a:custClr name="J-Green">
      <a:srgbClr val="00CB5D"/>
    </a:custClr>
    <a:custClr name="K-Green 50">
      <a:srgbClr val="38F990"/>
    </a:custClr>
    <a:custClr name="L-Yellow">
      <a:srgbClr val="FFC400"/>
    </a:custClr>
    <a:custClr name="M-Yellow 50">
      <a:srgbClr val="FFEDB2"/>
    </a:custClr>
    <a:custClr name="N-Yellow 100">
      <a:srgbClr val="FFDB66"/>
    </a:custClr>
    <a:custClr name="O-Orange 150">
      <a:srgbClr val="B22000"/>
    </a:custClr>
    <a:custClr name="P-Orange 100">
      <a:srgbClr val="E42600"/>
    </a:custClr>
    <a:custClr name="Q-Orange">
      <a:srgbClr val="FF7A00"/>
    </a:custClr>
    <a:custClr name="R-Grey 100">
      <a:srgbClr val="949494"/>
    </a:custClr>
    <a:custClr name="S-Grey 50">
      <a:srgbClr val="E8E8E8"/>
    </a:custClr>
    <a:custClr name="T-Black">
      <a:srgbClr val="000000"/>
    </a:custClr>
    <a:custClr name="U-Text Grey">
      <a:srgbClr val="2E404D"/>
    </a:custClr>
  </a:custClr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A-Smart Navy">
      <a:srgbClr val="070F26"/>
    </a:custClr>
    <a:custClr name="B-White">
      <a:srgbClr val="FFFFFF"/>
    </a:custClr>
    <a:custClr name="C-Future Blue 150">
      <a:srgbClr val="005B96"/>
    </a:custClr>
    <a:custClr name="D-Future Blue">
      <a:srgbClr val="0072BC"/>
    </a:custClr>
    <a:custClr name="E-Future Blue 50">
      <a:srgbClr val="19A3FC"/>
    </a:custClr>
    <a:custClr name="F-Turquoise 100">
      <a:srgbClr val="009AA4"/>
    </a:custClr>
    <a:custClr name="G-Turquoise">
      <a:srgbClr val="00DFED"/>
    </a:custClr>
    <a:custClr name="H-Turquoise 50">
      <a:srgbClr val="7BF7FF"/>
    </a:custClr>
    <a:custClr name="I-Green 150">
      <a:srgbClr val="068941"/>
    </a:custClr>
    <a:custClr name="J-Green">
      <a:srgbClr val="00CB5D"/>
    </a:custClr>
    <a:custClr name="K-Green 50">
      <a:srgbClr val="38F990"/>
    </a:custClr>
    <a:custClr name="L-Yellow">
      <a:srgbClr val="FFC400"/>
    </a:custClr>
    <a:custClr name="M-Yellow 50">
      <a:srgbClr val="FFEDB2"/>
    </a:custClr>
    <a:custClr name="N-Yellow 100">
      <a:srgbClr val="FFDB66"/>
    </a:custClr>
    <a:custClr name="O-Orange 150">
      <a:srgbClr val="B22000"/>
    </a:custClr>
    <a:custClr name="P-Orange 100">
      <a:srgbClr val="E42600"/>
    </a:custClr>
    <a:custClr name="Q-Orange">
      <a:srgbClr val="FF7A00"/>
    </a:custClr>
    <a:custClr name="R-Grey 100">
      <a:srgbClr val="949494"/>
    </a:custClr>
    <a:custClr name="S-Grey 50">
      <a:srgbClr val="E8E8E8"/>
    </a:custClr>
    <a:custClr name="T-Black">
      <a:srgbClr val="000000"/>
    </a:custClr>
    <a:custClr name="U-Text Grey">
      <a:srgbClr val="2E404D"/>
    </a:custClr>
  </a:custClr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 dockstate="right" visibility="0" width="350" row="4">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05EFBAC4-2F0F-48A8-8B67-CF332F897975}">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6B875FF7-1FB9-4997-9683-421598085C26}">
  <we:reference id="wa200000113" version="1.0.0.0" store="en-US" storeType="OMEX"/>
  <we:alternateReferences>
    <we:reference id="wa200000113" version="1.0.0.0" store="wa200000113"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E74CECF20D40E4797C7F89EEFD89637" ma:contentTypeVersion="12" ma:contentTypeDescription="Create a new document." ma:contentTypeScope="" ma:versionID="5a1a3c15a68ff0771972a05d78d2797b">
  <xsd:schema xmlns:xsd="http://www.w3.org/2001/XMLSchema" xmlns:xs="http://www.w3.org/2001/XMLSchema" xmlns:p="http://schemas.microsoft.com/office/2006/metadata/properties" xmlns:ns2="4a3369c4-8a12-4beb-a3df-081725fa9cc6" xmlns:ns3="2b022d0c-56c2-4162-abf3-bf124a14a89f" targetNamespace="http://schemas.microsoft.com/office/2006/metadata/properties" ma:root="true" ma:fieldsID="e800f62851cacedb429296461b9b733a" ns2:_="" ns3:_="">
    <xsd:import namespace="4a3369c4-8a12-4beb-a3df-081725fa9cc6"/>
    <xsd:import namespace="2b022d0c-56c2-4162-abf3-bf124a14a89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3369c4-8a12-4beb-a3df-081725fa9c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d85e823d-31db-440c-980d-283f89df7c2e"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b022d0c-56c2-4162-abf3-bf124a14a89f"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2cd123f9-fb4a-4fb3-bc3c-7ea1eca93c38}" ma:internalName="TaxCatchAll" ma:showField="CatchAllData" ma:web="2b022d0c-56c2-4162-abf3-bf124a14a89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2b022d0c-56c2-4162-abf3-bf124a14a89f" xsi:nil="true"/>
    <lcf76f155ced4ddcb4097134ff3c332f xmlns="4a3369c4-8a12-4beb-a3df-081725fa9cc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D338432-739E-4D72-8710-268B84EBCD8E}">
  <ds:schemaRefs>
    <ds:schemaRef ds:uri="2b022d0c-56c2-4162-abf3-bf124a14a89f"/>
    <ds:schemaRef ds:uri="4a3369c4-8a12-4beb-a3df-081725fa9cc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9F7DB07-14FD-4CA6-A860-9732C662872E}">
  <ds:schemaRefs>
    <ds:schemaRef ds:uri="http://schemas.microsoft.com/sharepoint/v3/contenttype/forms"/>
  </ds:schemaRefs>
</ds:datastoreItem>
</file>

<file path=customXml/itemProps3.xml><?xml version="1.0" encoding="utf-8"?>
<ds:datastoreItem xmlns:ds="http://schemas.openxmlformats.org/officeDocument/2006/customXml" ds:itemID="{65D16A3C-7493-4719-BC77-C48207EAD7F6}">
  <ds:schemaRefs>
    <ds:schemaRef ds:uri="http://www.w3.org/XML/1998/namespace"/>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purl.org/dc/terms/"/>
    <ds:schemaRef ds:uri="2b022d0c-56c2-4162-abf3-bf124a14a89f"/>
    <ds:schemaRef ds:uri="4a3369c4-8a12-4beb-a3df-081725fa9cc6"/>
    <ds:schemaRef ds:uri="http://purl.org/dc/dcmitype/"/>
    <ds:schemaRef ds:uri="http://purl.org/dc/elements/1.1/"/>
  </ds:schemaRefs>
</ds:datastoreItem>
</file>

<file path=docMetadata/LabelInfo.xml><?xml version="1.0" encoding="utf-8"?>
<clbl:labelList xmlns:clbl="http://schemas.microsoft.com/office/2020/mipLabelMetadata">
  <clbl:label id="{3048dc87-43f0-4100-9acb-ae1971c79395}" enabled="0" method="" siteId="{3048dc87-43f0-4100-9acb-ae1971c79395}" removed="1"/>
</clbl:labelList>
</file>

<file path=docProps/app.xml><?xml version="1.0" encoding="utf-8"?>
<Properties xmlns="http://schemas.openxmlformats.org/officeDocument/2006/extended-properties" xmlns:vt="http://schemas.openxmlformats.org/officeDocument/2006/docPropsVTypes">
  <Template>NTT DATA_Inc_PowerPoint_Template</Template>
  <TotalTime>58</TotalTime>
  <Words>995</Words>
  <Application>Microsoft Macintosh PowerPoint</Application>
  <PresentationFormat>Widescreen</PresentationFormat>
  <Paragraphs>100</Paragraphs>
  <Slides>10</Slides>
  <Notes>0</Notes>
  <HiddenSlides>0</HiddenSlides>
  <MMClips>0</MMClips>
  <ScaleCrop>false</ScaleCrop>
  <HeadingPairs>
    <vt:vector size="6" baseType="variant">
      <vt:variant>
        <vt:lpstr>Fonts Used</vt:lpstr>
      </vt:variant>
      <vt:variant>
        <vt:i4>2</vt:i4>
      </vt:variant>
      <vt:variant>
        <vt:lpstr>Theme</vt:lpstr>
      </vt:variant>
      <vt:variant>
        <vt:i4>5</vt:i4>
      </vt:variant>
      <vt:variant>
        <vt:lpstr>Slide Titles</vt:lpstr>
      </vt:variant>
      <vt:variant>
        <vt:i4>10</vt:i4>
      </vt:variant>
    </vt:vector>
  </HeadingPairs>
  <TitlesOfParts>
    <vt:vector size="17" baseType="lpstr">
      <vt:lpstr>Arial</vt:lpstr>
      <vt:lpstr>Georgia</vt:lpstr>
      <vt:lpstr>Covers - Full Image Background</vt:lpstr>
      <vt:lpstr>Light Covers - Partial Images</vt:lpstr>
      <vt:lpstr>Light Body Slides</vt:lpstr>
      <vt:lpstr>Light Body Slides - Small Title, Large Subtitle</vt:lpstr>
      <vt:lpstr>1_Back Covers</vt:lpstr>
      <vt:lpstr>Mediaset Legacy Data Bridge MVP 1: Pilot Flink</vt:lpstr>
      <vt:lpstr>Near-Real-Time / Batch Data Integration di sistemi legacy </vt:lpstr>
      <vt:lpstr>Apache Flink: cos’è e perché usarlo</vt:lpstr>
      <vt:lpstr>Architettura Legacy Data Bridge </vt:lpstr>
      <vt:lpstr>Strategia MVP Legacy Data Bridge: separazione input/output per confrontare</vt:lpstr>
      <vt:lpstr>MVP 1: obiettivo e perimetro (pilot controllato)</vt:lpstr>
      <vt:lpstr>MVP 1: deliverable </vt:lpstr>
      <vt:lpstr>MVP 1: criteri di successo</vt:lpstr>
      <vt:lpstr>Stima tempi e costi</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CESARE SALERNO</dc:creator>
  <cp:keywords>NTT DATA, Inc.;PowerPoint Template</cp:keywords>
  <cp:lastModifiedBy>WALTER MACCARRONE</cp:lastModifiedBy>
  <cp:revision>27</cp:revision>
  <dcterms:created xsi:type="dcterms:W3CDTF">2026-03-04T10:28:46Z</dcterms:created>
  <dcterms:modified xsi:type="dcterms:W3CDTF">2026-07-16T12:50:21Z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0x0101002E74CECF20D40E4797C7F89EEFD89637</vt:lpwstr>
  </property>
  <property fmtid="{D5CDD505-2E9C-101B-9397-08002B2CF9AE}" pid="3" name="T2KCategory">
    <vt:lpwstr>3;#Brand|832b67cf-1f4d-4e03-97fa-b9a01cdb780b</vt:lpwstr>
  </property>
  <property fmtid="{D5CDD505-2E9C-101B-9397-08002B2CF9AE}" pid="4" name="TogoLocations">
    <vt:lpwstr/>
  </property>
  <property fmtid="{D5CDD505-2E9C-101B-9397-08002B2CF9AE}" pid="5" name="MediaServiceImageTags">
    <vt:lpwstr/>
  </property>
  <property fmtid="{D5CDD505-2E9C-101B-9397-08002B2CF9AE}" pid="6" name="TogoDepartments">
    <vt:lpwstr/>
  </property>
  <property fmtid="{D5CDD505-2E9C-101B-9397-08002B2CF9AE}" pid="7" name="TogoDocumentsCategory">
    <vt:lpwstr/>
  </property>
  <property fmtid="{D5CDD505-2E9C-101B-9397-08002B2CF9AE}" pid="8" name="TogoTags">
    <vt:lpwstr/>
  </property>
  <property fmtid="{D5CDD505-2E9C-101B-9397-08002B2CF9AE}" pid="9" name="ComplianceAssetId">
    <vt:lpwstr/>
  </property>
  <property fmtid="{D5CDD505-2E9C-101B-9397-08002B2CF9AE}" pid="10" name="_ExtendedDescription">
    <vt:lpwstr/>
  </property>
  <property fmtid="{D5CDD505-2E9C-101B-9397-08002B2CF9AE}" pid="11" name="_activity">
    <vt:lpwstr>{"FileActivityType":"9","FileActivityTimeStamp":"2026-03-04T13:28:48.947Z","FileActivityUsersOnPage":[{"DisplayName":"Cesare Salerno","Id":"cesare.salerno@emeal.nttdata.com"},{"DisplayName":"Antonio Bilotta","Id":"antonio.bilotta@emeal.nttdata.com"}],"FileActivityNavigationId":null}</vt:lpwstr>
  </property>
  <property fmtid="{D5CDD505-2E9C-101B-9397-08002B2CF9AE}" pid="12" name="TriggerFlowInfo">
    <vt:lpwstr/>
  </property>
</Properties>
</file>