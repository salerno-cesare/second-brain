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75" r:id="rId4"/>
    <p:sldMasterId id="2147484182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  <p15:guide id="5" orient="horz" pos="3984" userDrawn="1">
          <p15:clr>
            <a:srgbClr val="A4A3A4"/>
          </p15:clr>
        </p15:guide>
        <p15:guide id="6" orient="horz" pos="18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  <p15:guide id="8" orient="horz" pos="19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95404C-A7BE-FC70-EE89-EBE36D82CF8E}" name="Renschi Marais" initials="RM" userId="S::renschi.marais@global.ntt::befb9f5c-78bf-4e8d-a329-fcef54fe93f4" providerId="AD"/>
  <p188:author id="{C6EAA887-68B4-5E96-11E6-5DB70CE6BCF9}" name="Melissa Davidson" initials="MD" userId="S::melissa.davidson@global.ntt::90ab4fa7-413d-4469-8f01-6d10a7ee0b31" providerId="AD"/>
  <p188:author id="{50799EA2-0F81-D86B-14DA-20F47A76FAF5}" name="Henrietta Lacey-Gutsell" initials="HL" userId="70b1f3bbeff9bb74" providerId="Windows Live"/>
  <p188:author id="{553198A8-AE1E-AD66-F4A6-3FED38F96F75}" name="Ellen Hassett Cahill" initials="EH" userId="S::259272@NTTDATA.COM::f846f2b2-854b-45df-bd03-b20186d9fb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  <a:srgbClr val="050D24"/>
    <a:srgbClr val="E5E5E5"/>
    <a:srgbClr val="19A3FC"/>
    <a:srgbClr val="000000"/>
    <a:srgbClr val="FFFFFF"/>
    <a:srgbClr val="0072BC"/>
    <a:srgbClr val="009AA4"/>
    <a:srgbClr val="007076"/>
    <a:srgbClr val="2E4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1837"/>
        <p:guide pos="3840"/>
        <p:guide pos="240"/>
        <p:guide pos="7440"/>
        <p:guide orient="horz" pos="3984"/>
        <p:guide orient="horz" pos="182"/>
        <p:guide orient="horz" pos="864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MUSMANNO" userId="e5f53ad3-e5e2-4f6c-826c-f2124de6d8f0" providerId="ADAL" clId="{B7A41415-7B14-4626-A9DF-4F23A07B893D}"/>
    <pc:docChg chg="undo custSel addSld delSld modSld sldOrd modMainMaster addSection delSection modSection">
      <pc:chgData name="FRANCESCO MUSMANNO" userId="e5f53ad3-e5e2-4f6c-826c-f2124de6d8f0" providerId="ADAL" clId="{B7A41415-7B14-4626-A9DF-4F23A07B893D}" dt="2026-07-03T10:52:55.337" v="10371" actId="108"/>
      <pc:docMkLst>
        <pc:docMk/>
      </pc:docMkLst>
      <pc:sldMasterChg chg="addSldLayout">
        <pc:chgData name="FRANCESCO MUSMANNO" userId="e5f53ad3-e5e2-4f6c-826c-f2124de6d8f0" providerId="ADAL" clId="{B7A41415-7B14-4626-A9DF-4F23A07B893D}" dt="2026-07-03T10:32:54.886" v="10053"/>
        <pc:sldMasterMkLst>
          <pc:docMk/>
          <pc:sldMasterMk cId="674052129" sldId="2147484182"/>
        </pc:sldMasterMkLst>
        <pc:sldLayoutChg chg="add">
          <pc:chgData name="FRANCESCO MUSMANNO" userId="e5f53ad3-e5e2-4f6c-826c-f2124de6d8f0" providerId="ADAL" clId="{B7A41415-7B14-4626-A9DF-4F23A07B893D}" dt="2026-07-03T10:32:54.886" v="10053"/>
          <pc:sldLayoutMkLst>
            <pc:docMk/>
            <pc:sldMasterMk cId="674052129" sldId="2147484182"/>
            <pc:sldLayoutMk cId="1888250806" sldId="2147484249"/>
          </pc:sldLayoutMkLst>
        </pc:sldLayoutChg>
      </pc:sldMasterChg>
    </pc:docChg>
  </pc:docChgLst>
  <pc:docChgLst>
    <pc:chgData name="CESARE SALERNO" userId="22e026cd-c4e1-4231-8421-045c06cc7edf" providerId="ADAL" clId="{99F8FF1A-A72A-4619-A85F-6E0162BE768F}"/>
    <pc:docChg chg="custSel addSld delSld modSld delMainMaster">
      <pc:chgData name="CESARE SALERNO" userId="22e026cd-c4e1-4231-8421-045c06cc7edf" providerId="ADAL" clId="{99F8FF1A-A72A-4619-A85F-6E0162BE768F}" dt="2026-07-27T14:52:58.994" v="4" actId="478"/>
      <pc:docMkLst>
        <pc:docMk/>
      </pc:docMkLst>
      <pc:sldChg chg="addSp delSp modSp new mod modClrScheme chgLayout">
        <pc:chgData name="CESARE SALERNO" userId="22e026cd-c4e1-4231-8421-045c06cc7edf" providerId="ADAL" clId="{99F8FF1A-A72A-4619-A85F-6E0162BE768F}" dt="2026-07-27T14:52:58.994" v="4" actId="478"/>
        <pc:sldMkLst>
          <pc:docMk/>
          <pc:sldMk cId="1129850153" sldId="256"/>
        </pc:sldMkLst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2" creationId="{88393A0F-3B75-7621-8436-CDFBBFCC19E3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3" creationId="{8D209979-3E2B-A650-A2EF-C6C23BCE2A79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4" creationId="{549CE79A-FF84-DEC4-7881-C5244D3B02EC}"/>
          </ac:spMkLst>
        </pc:spChg>
        <pc:spChg chg="del mod ord">
          <ac:chgData name="CESARE SALERNO" userId="22e026cd-c4e1-4231-8421-045c06cc7edf" providerId="ADAL" clId="{99F8FF1A-A72A-4619-A85F-6E0162BE768F}" dt="2026-07-27T14:52:58.994" v="4" actId="478"/>
          <ac:spMkLst>
            <pc:docMk/>
            <pc:sldMk cId="1129850153" sldId="256"/>
            <ac:spMk id="5" creationId="{99443ACA-C5C4-33FA-745C-F4BF1091AFB9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6" creationId="{3E29238D-38BD-6221-73F9-F3222C611ACD}"/>
          </ac:spMkLst>
        </pc:spChg>
        <pc:spChg chg="del mod ord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7" creationId="{8AD9D2B4-1F2D-A48D-7D2E-6F01C30DED56}"/>
          </ac:spMkLst>
        </pc:spChg>
        <pc:spChg chg="mod ord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8" creationId="{3507F62F-095F-D5F9-1172-9E93D1C76E30}"/>
          </ac:spMkLst>
        </pc:spChg>
        <pc:spChg chg="del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9" creationId="{A1021ED9-DB76-84A3-C26C-8575ACB8D3F3}"/>
          </ac:spMkLst>
        </pc:spChg>
        <pc:spChg chg="add mod ord">
          <ac:chgData name="CESARE SALERNO" userId="22e026cd-c4e1-4231-8421-045c06cc7edf" providerId="ADAL" clId="{99F8FF1A-A72A-4619-A85F-6E0162BE768F}" dt="2026-07-27T14:52:48.437" v="3" actId="700"/>
          <ac:spMkLst>
            <pc:docMk/>
            <pc:sldMk cId="1129850153" sldId="256"/>
            <ac:spMk id="10" creationId="{2768F9C7-4868-1BC1-BC47-850490988E28}"/>
          </ac:spMkLst>
        </pc:spChg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834611257" sldId="2147481454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839392924" sldId="2147481480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790377977" sldId="2147481507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1049135652" sldId="2147481524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2276783885" sldId="2147481525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1179644405" sldId="2147481552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2713954083" sldId="2147481554"/>
        </pc:sldMkLst>
      </pc:sldChg>
      <pc:sldChg chg="del">
        <pc:chgData name="CESARE SALERNO" userId="22e026cd-c4e1-4231-8421-045c06cc7edf" providerId="ADAL" clId="{99F8FF1A-A72A-4619-A85F-6E0162BE768F}" dt="2026-07-27T14:52:42.160" v="0" actId="47"/>
        <pc:sldMkLst>
          <pc:docMk/>
          <pc:sldMk cId="4251454100" sldId="2147481555"/>
        </pc:sldMkLst>
      </pc:sld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2498085871" sldId="2147484150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498085871" sldId="2147484150"/>
            <pc:sldLayoutMk cId="1009628004" sldId="2147484151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498085871" sldId="2147484150"/>
            <pc:sldLayoutMk cId="2253760580" sldId="2147484152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498085871" sldId="2147484150"/>
            <pc:sldLayoutMk cId="2890114633" sldId="2147484153"/>
          </pc:sldLayoutMkLst>
        </pc:sldLayoutChg>
      </pc:sldMaster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2386717904" sldId="2147484154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386717904" sldId="2147484154"/>
            <pc:sldLayoutMk cId="3203369701" sldId="2147484155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2386717904" sldId="2147484154"/>
            <pc:sldLayoutMk cId="2264892987" sldId="2147484156"/>
          </pc:sldLayoutMkLst>
        </pc:sldLayoutChg>
      </pc:sldMaster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3145033548" sldId="2147484234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3226102931" sldId="2147484235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1509900586" sldId="2147484236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3320286689" sldId="2147484237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3145033548" sldId="2147484234"/>
            <pc:sldLayoutMk cId="3941592152" sldId="2147484238"/>
          </pc:sldLayoutMkLst>
        </pc:sldLayoutChg>
      </pc:sldMasterChg>
      <pc:sldMasterChg chg="del delSldLayout">
        <pc:chgData name="CESARE SALERNO" userId="22e026cd-c4e1-4231-8421-045c06cc7edf" providerId="ADAL" clId="{99F8FF1A-A72A-4619-A85F-6E0162BE768F}" dt="2026-07-27T14:52:47.696" v="2"/>
        <pc:sldMasterMkLst>
          <pc:docMk/>
          <pc:sldMasterMk cId="772856872" sldId="2147484239"/>
        </pc:sldMasterMkLst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955557687" sldId="2147484240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15904372" sldId="2147484241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331040790" sldId="2147484242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2893347289" sldId="2147484243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009121893" sldId="2147484244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255241190" sldId="2147484245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339516353" sldId="2147484246"/>
          </pc:sldLayoutMkLst>
        </pc:sldLayoutChg>
        <pc:sldLayoutChg chg="del">
          <pc:chgData name="CESARE SALERNO" userId="22e026cd-c4e1-4231-8421-045c06cc7edf" providerId="ADAL" clId="{99F8FF1A-A72A-4619-A85F-6E0162BE768F}" dt="2026-07-27T14:52:47.696" v="2"/>
          <pc:sldLayoutMkLst>
            <pc:docMk/>
            <pc:sldMasterMk cId="772856872" sldId="2147484239"/>
            <pc:sldLayoutMk cId="3884000370" sldId="2147484247"/>
          </pc:sldLayoutMkLst>
        </pc:sldLayoutChg>
        <pc:sldLayoutChg chg="del">
          <pc:chgData name="CESARE SALERNO" userId="22e026cd-c4e1-4231-8421-045c06cc7edf" providerId="ADAL" clId="{99F8FF1A-A72A-4619-A85F-6E0162BE768F}" dt="2026-07-27T14:52:42.160" v="0" actId="47"/>
          <pc:sldLayoutMkLst>
            <pc:docMk/>
            <pc:sldMasterMk cId="772856872" sldId="2147484239"/>
            <pc:sldLayoutMk cId="1888250806" sldId="214748424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7/27/2026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‹N›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 noProof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</a:t>
            </a:r>
            <a:br>
              <a:rPr lang="en-US" noProof="0"/>
            </a:br>
            <a:r>
              <a:rPr lang="en-US" noProof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382000" y="3049200"/>
            <a:ext cx="34290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9B37F7D8-7643-FEC4-6844-838554ED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FBA20BF-6E67-EA95-53B0-F188DED3EB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ABB14F8B-3974-9BD2-A151-F10E66DC4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D3E7B21-42CE-65FE-E9DB-ABE96BDEB7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458200" y="3049200"/>
            <a:ext cx="33528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0D1C59CF-9752-86EF-EC48-38D7153FEE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8000"/>
            <a:ext cx="2065880" cy="300318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84188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FDE1F7-62EC-6D2E-396B-811A5053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539496"/>
            <a:ext cx="8305800" cy="557784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1BD431-D4B4-298C-982D-B1EB3888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365760"/>
            <a:ext cx="4284979" cy="1280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Case study | Company | Region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4E3891F-6B5F-192A-B2B0-E4C4CF22FB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295400"/>
            <a:ext cx="2743200" cy="48768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01DE9E-5F31-F140-2E87-C0B1212E08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0" y="5076970"/>
            <a:ext cx="5822138" cy="5549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9144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3716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8288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1324C1C-4229-7DE2-097E-ED90CB5E44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1" y="5729432"/>
            <a:ext cx="4800600" cy="131763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chemeClr val="bg2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Arial Bold name, Arial Regular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7B176-3B35-FC26-E2B3-21D63E555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SG" smtClean="0"/>
              <a:pPr algn="ctr"/>
              <a:t>‹N›</a:t>
            </a:fld>
            <a:endParaRPr lang="en-SG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37E874D-75E8-4A65-C90D-674F6952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DB47B5C7-E0CF-2B9F-0F4C-261A16FD7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AF3DAB-9739-B787-806C-58C158A4019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1000" y="539496"/>
            <a:ext cx="2743200" cy="557784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Client logo: Ensure no clipping occurs on insert</a:t>
            </a:r>
          </a:p>
        </p:txBody>
      </p:sp>
    </p:spTree>
    <p:extLst>
      <p:ext uri="{BB962C8B-B14F-4D97-AF65-F5344CB8AC3E}">
        <p14:creationId xmlns:p14="http://schemas.microsoft.com/office/powerpoint/2010/main" val="188825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/>
              <a:t>February 2026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0"/>
            <a:endParaRPr lang="en-US" noProof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noProof="0" smtClean="0"/>
              <a:pPr/>
              <a:t>‹N›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  <p:sldLayoutId id="2147484249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2768F9C7-4868-1BC1-BC47-85049098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507F62F-095F-D5F9-1172-9E93D1C7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</p:spTree>
    <p:extLst>
      <p:ext uri="{BB962C8B-B14F-4D97-AF65-F5344CB8AC3E}">
        <p14:creationId xmlns:p14="http://schemas.microsoft.com/office/powerpoint/2010/main" val="112985015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7192D6A3-1225-40F5-AF57-6D44B1DCB40E}"/>
    </a:ext>
  </a:extLst>
</a:theme>
</file>

<file path=ppt/theme/theme2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18C1C4CD-636E-4D41-A29D-192E2144D9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D11DEA-153F-44F0-9AE9-2DDD60AC32F7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6ab99508-049d-47af-ae6f-c6d0631fa20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07DAC9CC306A43B0EEB8DE80339185" ma:contentTypeVersion="10" ma:contentTypeDescription="Create a new document." ma:contentTypeScope="" ma:versionID="e13820e62a67a6ab11a7e72533a671b6">
  <xsd:schema xmlns:xsd="http://www.w3.org/2001/XMLSchema" xmlns:xs="http://www.w3.org/2001/XMLSchema" xmlns:p="http://schemas.microsoft.com/office/2006/metadata/properties" xmlns:ns2="43d29ea8-5e12-4c1d-b57f-8ae13a0788f8" targetNamespace="http://schemas.microsoft.com/office/2006/metadata/properties" ma:root="true" ma:fieldsID="c1f83d0835f26e552975c7b2333498ec" ns2:_="">
    <xsd:import namespace="43d29ea8-5e12-4c1d-b57f-8ae13a0788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29ea8-5e12-4c1d-b57f-8ae13a0788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d29ea8-5e12-4c1d-b57f-8ae13a0788f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3D2197-B98F-43AF-B5B8-F29623158C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d29ea8-5e12-4c1d-b57f-8ae13a078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9FFB92-0B66-4B19-8B52-37427F84575C}">
  <ds:schemaRefs>
    <ds:schemaRef ds:uri="43d29ea8-5e12-4c1d-b57f-8ae13a0788f8"/>
    <ds:schemaRef ds:uri="e8cafdd4-4528-4476-ab16-00a5750ab81c"/>
    <ds:schemaRef ds:uri="f9e5c6ed-a414-487d-8643-813a0aafc4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4881030-3065-4398-A86F-D475B50CD57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NTT DATA_Inc_PowerPoint_Template</Template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Georgia</vt:lpstr>
      <vt:lpstr>Light Covers - Partial Images</vt:lpstr>
      <vt:lpstr>Light Body Slides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 DATA, Inc. Corporate Overview</dc:title>
  <dc:subject>NTT DATA, Inc. Corporate Overview Presentation</dc:subject>
  <dc:creator>NTT DATA, Inc. Marketing</dc:creator>
  <cp:keywords>NTT DATA, Inc.;PowerPoint Template</cp:keywords>
  <dc:description>July 2025 Update</dc:description>
  <cp:lastModifiedBy>CESARE SALERNO</cp:lastModifiedBy>
  <cp:revision>1</cp:revision>
  <dcterms:created xsi:type="dcterms:W3CDTF">2024-11-25T12:27:17Z</dcterms:created>
  <dcterms:modified xsi:type="dcterms:W3CDTF">2026-07-27T14:53:02Z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0x0101005D07DAC9CC306A43B0EEB8DE80339185</vt:lpwstr>
  </property>
  <property fmtid="{D5CDD505-2E9C-101B-9397-08002B2CF9AE}" pid="3" name="MSIP_Label_4637e5cc-ed1f-4ad6-a881-35c0f1c6f3d8_Enabled">
    <vt:lpwstr>true</vt:lpwstr>
  </property>
  <property fmtid="{D5CDD505-2E9C-101B-9397-08002B2CF9AE}" pid="4" name="MSIP_Label_4637e5cc-ed1f-4ad6-a881-35c0f1c6f3d8_SetDate">
    <vt:lpwstr>2025-02-11T17:29:51Z</vt:lpwstr>
  </property>
  <property fmtid="{D5CDD505-2E9C-101B-9397-08002B2CF9AE}" pid="5" name="MSIP_Label_4637e5cc-ed1f-4ad6-a881-35c0f1c6f3d8_Method">
    <vt:lpwstr>Standard</vt:lpwstr>
  </property>
  <property fmtid="{D5CDD505-2E9C-101B-9397-08002B2CF9AE}" pid="6" name="MSIP_Label_4637e5cc-ed1f-4ad6-a881-35c0f1c6f3d8_Name">
    <vt:lpwstr>General</vt:lpwstr>
  </property>
  <property fmtid="{D5CDD505-2E9C-101B-9397-08002B2CF9AE}" pid="7" name="MSIP_Label_4637e5cc-ed1f-4ad6-a881-35c0f1c6f3d8_SiteId">
    <vt:lpwstr>e3cf3c98-a978-465f-8254-9d541eeea73c</vt:lpwstr>
  </property>
  <property fmtid="{D5CDD505-2E9C-101B-9397-08002B2CF9AE}" pid="8" name="MSIP_Label_4637e5cc-ed1f-4ad6-a881-35c0f1c6f3d8_ActionId">
    <vt:lpwstr>dba746bd-02fe-4b4d-bc89-8a3bf1054ea7</vt:lpwstr>
  </property>
  <property fmtid="{D5CDD505-2E9C-101B-9397-08002B2CF9AE}" pid="9" name="MSIP_Label_4637e5cc-ed1f-4ad6-a881-35c0f1c6f3d8_ContentBits">
    <vt:lpwstr>2</vt:lpwstr>
  </property>
  <property fmtid="{D5CDD505-2E9C-101B-9397-08002B2CF9AE}" pid="10" name="ClassificationContentMarkingFooterLocations">
    <vt:lpwstr>Light Covers - Partial Images:7\Light Covers - No Image:7\Light Body Slides:8\Light Body Slides - Small Title, Large Subtitle:8\Light Dividers:6\Light Blank Slides:4\Dark Covers - Partial Images:7\Dark Covers - No Image:5\Dark Body Slides:9\Dark Body Slides - Small Title, Large Subtitle:9\Dark Dividers:8\Dark Blank Slides:4\1_Back Covers:3</vt:lpwstr>
  </property>
  <property fmtid="{D5CDD505-2E9C-101B-9397-08002B2CF9AE}" pid="11" name="ClassificationContentMarkingFooterText">
    <vt:lpwstr>Sensitivity Label: General</vt:lpwstr>
  </property>
  <property fmtid="{D5CDD505-2E9C-101B-9397-08002B2CF9AE}" pid="12" name="MediaServiceImageTags">
    <vt:lpwstr/>
  </property>
  <property fmtid="{D5CDD505-2E9C-101B-9397-08002B2CF9AE}" pid="13" name="T2KCategory">
    <vt:lpwstr>3;#Brand|832b67cf-1f4d-4e03-97fa-b9a01cdb780b</vt:lpwstr>
  </property>
  <property fmtid="{D5CDD505-2E9C-101B-9397-08002B2CF9AE}" pid="14" name="TogoLocations">
    <vt:lpwstr/>
  </property>
  <property fmtid="{D5CDD505-2E9C-101B-9397-08002B2CF9AE}" pid="15" name="a01feae194714aa882aedc460c3c0dc2">
    <vt:lpwstr/>
  </property>
  <property fmtid="{D5CDD505-2E9C-101B-9397-08002B2CF9AE}" pid="16" name="TogoDepartments">
    <vt:lpwstr/>
  </property>
  <property fmtid="{D5CDD505-2E9C-101B-9397-08002B2CF9AE}" pid="17" name="TogoDocumentsCategory">
    <vt:lpwstr/>
  </property>
  <property fmtid="{D5CDD505-2E9C-101B-9397-08002B2CF9AE}" pid="18" name="TogoTags">
    <vt:lpwstr/>
  </property>
  <property fmtid="{D5CDD505-2E9C-101B-9397-08002B2CF9AE}" pid="19" name="Order">
    <vt:lpwstr>7755500.00000000</vt:lpwstr>
  </property>
  <property fmtid="{D5CDD505-2E9C-101B-9397-08002B2CF9AE}" pid="20" name="ComplianceAssetId">
    <vt:lpwstr/>
  </property>
  <property fmtid="{D5CDD505-2E9C-101B-9397-08002B2CF9AE}" pid="21" name="_ExtendedDescription">
    <vt:lpwstr/>
  </property>
  <property fmtid="{D5CDD505-2E9C-101B-9397-08002B2CF9AE}" pid="22" name="TriggerFlowInfo">
    <vt:lpwstr/>
  </property>
</Properties>
</file>